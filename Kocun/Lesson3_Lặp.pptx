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6" r:id="rId5"/>
    <p:sldId id="272" r:id="rId6"/>
    <p:sldId id="274" r:id="rId7"/>
    <p:sldId id="275" r:id="rId8"/>
    <p:sldId id="279" r:id="rId9"/>
    <p:sldId id="276" r:id="rId10"/>
    <p:sldId id="277" r:id="rId11"/>
    <p:sldId id="278" r:id="rId12"/>
    <p:sldId id="281" r:id="rId13"/>
    <p:sldId id="282" r:id="rId14"/>
    <p:sldId id="283" r:id="rId15"/>
    <p:sldId id="273" r:id="rId16"/>
    <p:sldId id="28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88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2A4F8-F220-48FF-A8D4-A43A052B53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33F18-23E9-47AC-B828-00B608B1C0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38D50-2C16-466F-95C6-EA1B9A351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7C3B-BF52-41D1-955A-2917B833EA96}" type="datetimeFigureOut">
              <a:rPr lang="en-GB" smtClean="0"/>
              <a:t>28/01/2024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80BD2-CE6F-4527-9BE5-4967E3333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D1EFF-C460-4AF2-B0DD-E868BCF2A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6E1C7-5971-4CC7-BD1E-FECC0DFB3C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0456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19BCD-AD1A-49AB-8389-1EF4C6B43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A99A0-AB01-4560-A488-DD50C0B8D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FA345-0F98-40A3-8956-6608706C8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7C3B-BF52-41D1-955A-2917B833EA96}" type="datetimeFigureOut">
              <a:rPr lang="en-GB" smtClean="0"/>
              <a:t>28/01/2024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4A4A8-E55F-4CA4-86F2-56FCF3DC2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2835B-3027-40B0-A6DC-92E1FAFAC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6E1C7-5971-4CC7-BD1E-FECC0DFB3C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5845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C4DA0-0118-454F-B7FB-503E41E21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F4C87-F61B-479E-B293-454BCDEC0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D7F2B-D71F-40CB-BE62-1E59181B7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7C3B-BF52-41D1-955A-2917B833EA96}" type="datetimeFigureOut">
              <a:rPr lang="en-GB" smtClean="0"/>
              <a:t>28/01/2024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90486C-CFA1-4D0F-A5A9-DDEBE3902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1D46D-6063-42A3-9F62-D858BAF2E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6E1C7-5971-4CC7-BD1E-FECC0DFB3C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909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A340F-EB9D-4788-ABC4-416F905E3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80CE4-BF75-44BD-B923-77DC85CB3D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92A73A-BA9B-4E6C-8B6F-82CAEFADAE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97570-9C15-43CD-AC0F-F348F9BE1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7C3B-BF52-41D1-955A-2917B833EA96}" type="datetimeFigureOut">
              <a:rPr lang="en-GB" smtClean="0"/>
              <a:t>28/01/2024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58116B-8E08-47EC-ABE8-67654BE5C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BC4A46-BD73-430C-98A2-01CE90E4E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6E1C7-5971-4CC7-BD1E-FECC0DFB3C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0597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C0A11-2FFB-4F20-82F6-E8087DE3E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A0B888-91BB-4B11-8932-A6E268900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751482-436F-4DFF-8E00-8A70ED8DC5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DB2C9F-7F3E-4639-AFC0-1BB5E517BC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720FC7-5663-4B33-8038-DDCE854C49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5F9DA6-FF78-43DB-8DDA-17C9CEDCA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7C3B-BF52-41D1-955A-2917B833EA96}" type="datetimeFigureOut">
              <a:rPr lang="en-GB" smtClean="0"/>
              <a:t>28/01/2024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440001-EF40-4EFC-A31E-A7FF525C3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6B0F54-CC51-4333-BE01-F366864D6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6E1C7-5971-4CC7-BD1E-FECC0DFB3C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3208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A298F-C1B7-4307-B0C4-0F74620D0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A9AEA-3B94-4EC6-A7C6-F0BFADFFF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7C3B-BF52-41D1-955A-2917B833EA96}" type="datetimeFigureOut">
              <a:rPr lang="en-GB" smtClean="0"/>
              <a:t>28/01/2024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B0B2EC-3228-449F-BCAE-8E3BC0438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255F47-6EDB-4921-ADE3-76C7471C9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6E1C7-5971-4CC7-BD1E-FECC0DFB3C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0018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121FD8-4A84-4893-BF50-179FCF286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7C3B-BF52-41D1-955A-2917B833EA96}" type="datetimeFigureOut">
              <a:rPr lang="en-GB" smtClean="0"/>
              <a:t>28/01/2024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74C84E-10C7-4657-9DCF-55A09403C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63914-EF87-4332-877F-50B8E6D69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6E1C7-5971-4CC7-BD1E-FECC0DFB3C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0213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19480-3937-43E6-B182-F9D69955B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2F455-B594-4EC3-B16C-DE6F448E3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C1CAC5-A4D8-4905-A5D6-E0EC30BDC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9B0E62-C53C-4F8F-96BB-90517A3AF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7C3B-BF52-41D1-955A-2917B833EA96}" type="datetimeFigureOut">
              <a:rPr lang="en-GB" smtClean="0"/>
              <a:t>28/01/2024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C28E87-9239-4534-8257-EF92A95F1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9ED070-6649-46A1-9B9F-9A0BB1EA7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6E1C7-5971-4CC7-BD1E-FECC0DFB3C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1858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5148C-220B-4429-8DB7-A24056D12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44F2B7-8CDE-4DAD-9594-621616E88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9A624-5C27-4794-8F88-BDAA880F76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5A7F36-8FBD-4DC2-A2F9-BA44FA3B7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7C3B-BF52-41D1-955A-2917B833EA96}" type="datetimeFigureOut">
              <a:rPr lang="en-GB" smtClean="0"/>
              <a:t>28/01/2024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3C9596-D6F6-4636-A640-2C7C38362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24BE98-DB4E-44C2-8FE1-B02949802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6E1C7-5971-4CC7-BD1E-FECC0DFB3C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2523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59C10-A4C5-4E77-B5C4-60D0F1BA2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5A1441-17EB-40EF-8316-3E4B44D18E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61DF4-A0A0-4BEF-9FAD-B2FDBE963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7C3B-BF52-41D1-955A-2917B833EA96}" type="datetimeFigureOut">
              <a:rPr lang="en-GB" smtClean="0"/>
              <a:t>28/01/2024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8484E-10CE-4C58-9006-0817DDC4F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B4930-9EC8-47ED-B156-551A90EE7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6E1C7-5971-4CC7-BD1E-FECC0DFB3C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2029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0429AC-DD5C-43D1-8D11-CD0A1A41B8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4B30B3-9375-43A9-B430-A56F78062A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BAF9C-7E3D-47F6-B7F2-8DF21CE61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57C3B-BF52-41D1-955A-2917B833EA96}" type="datetimeFigureOut">
              <a:rPr lang="en-GB" smtClean="0"/>
              <a:t>28/01/2024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B79B5-898C-41D1-BFB5-D4631BCA3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69396-EAC3-4494-88FD-DC0D0FA98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6E1C7-5971-4CC7-BD1E-FECC0DFB3C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626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674FA2-C8F8-49AE-B3F8-0F0BFBC9D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EAB47C-877E-4EB6-A7BC-0029CC6B8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D9DC7-7AF0-41A0-9EFB-5AA42DE11B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57C3B-BF52-41D1-955A-2917B833EA96}" type="datetimeFigureOut">
              <a:rPr lang="en-GB" smtClean="0"/>
              <a:t>28/01/2024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EF9A9-1D22-4F32-AEB9-DB5BE5B322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4F93E-C2A9-4038-8345-A961A554A9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66E1C7-5971-4CC7-BD1E-FECC0DFB3C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0895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2A91C-356F-4A70-930B-FDA7768622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Vòng</a:t>
            </a:r>
            <a:r>
              <a:rPr lang="en-GB" dirty="0"/>
              <a:t> </a:t>
            </a:r>
            <a:r>
              <a:rPr lang="en-GB"/>
              <a:t>lặp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69050-E2FE-422C-A472-9D56049417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321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AC7BE-EC26-45A6-A5DC-FE434978C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Nội</a:t>
            </a:r>
            <a:r>
              <a:rPr lang="en-GB" dirty="0"/>
              <a:t> dung </a:t>
            </a:r>
            <a:r>
              <a:rPr lang="en-GB" dirty="0" err="1"/>
              <a:t>chính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3A5E8-0EE5-47F4-95F5-824DFBD8F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Ôn</a:t>
            </a:r>
            <a:r>
              <a:rPr lang="en-GB" dirty="0"/>
              <a:t> </a:t>
            </a:r>
            <a:r>
              <a:rPr lang="en-GB" dirty="0" err="1"/>
              <a:t>tập</a:t>
            </a:r>
            <a:r>
              <a:rPr lang="en-GB" dirty="0"/>
              <a:t> </a:t>
            </a:r>
            <a:r>
              <a:rPr lang="en-GB" dirty="0" err="1"/>
              <a:t>các</a:t>
            </a:r>
            <a:r>
              <a:rPr lang="en-GB" dirty="0"/>
              <a:t> </a:t>
            </a:r>
            <a:r>
              <a:rPr lang="en-GB" dirty="0" err="1"/>
              <a:t>phép</a:t>
            </a:r>
            <a:r>
              <a:rPr lang="en-GB" dirty="0"/>
              <a:t> </a:t>
            </a:r>
            <a:r>
              <a:rPr lang="en-GB" dirty="0" err="1"/>
              <a:t>toán</a:t>
            </a:r>
            <a:endParaRPr lang="en-GB" dirty="0"/>
          </a:p>
          <a:p>
            <a:r>
              <a:rPr lang="en-GB" dirty="0" err="1"/>
              <a:t>Vòng</a:t>
            </a:r>
            <a:r>
              <a:rPr lang="en-GB" dirty="0"/>
              <a:t> </a:t>
            </a:r>
            <a:r>
              <a:rPr lang="en-GB" dirty="0" err="1"/>
              <a:t>lặp</a:t>
            </a:r>
            <a:r>
              <a:rPr lang="en-GB" dirty="0"/>
              <a:t> </a:t>
            </a:r>
            <a:r>
              <a:rPr lang="en-GB" dirty="0" err="1"/>
              <a:t>là</a:t>
            </a:r>
            <a:r>
              <a:rPr lang="en-GB" dirty="0"/>
              <a:t> </a:t>
            </a:r>
            <a:r>
              <a:rPr lang="en-GB" dirty="0" err="1"/>
              <a:t>gì</a:t>
            </a:r>
            <a:endParaRPr lang="en-GB" dirty="0"/>
          </a:p>
          <a:p>
            <a:r>
              <a:rPr lang="en-GB" dirty="0" err="1"/>
              <a:t>Vòng</a:t>
            </a:r>
            <a:r>
              <a:rPr lang="en-GB" dirty="0"/>
              <a:t> </a:t>
            </a:r>
            <a:r>
              <a:rPr lang="en-GB" dirty="0" err="1"/>
              <a:t>lặp</a:t>
            </a:r>
            <a:r>
              <a:rPr lang="en-GB" dirty="0"/>
              <a:t> while</a:t>
            </a:r>
          </a:p>
          <a:p>
            <a:r>
              <a:rPr lang="en-GB" dirty="0" err="1"/>
              <a:t>Vòng</a:t>
            </a:r>
            <a:r>
              <a:rPr lang="en-GB" dirty="0"/>
              <a:t> </a:t>
            </a:r>
            <a:r>
              <a:rPr lang="en-GB" dirty="0" err="1"/>
              <a:t>lặp</a:t>
            </a:r>
            <a:r>
              <a:rPr lang="en-GB" dirty="0"/>
              <a:t> for</a:t>
            </a:r>
          </a:p>
        </p:txBody>
      </p:sp>
    </p:spTree>
    <p:extLst>
      <p:ext uri="{BB962C8B-B14F-4D97-AF65-F5344CB8AC3E}">
        <p14:creationId xmlns:p14="http://schemas.microsoft.com/office/powerpoint/2010/main" val="3805517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D7DAC-55A0-4C05-9A20-E145617D1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Ôn</a:t>
            </a:r>
            <a:r>
              <a:rPr lang="en-GB" dirty="0"/>
              <a:t> </a:t>
            </a:r>
            <a:r>
              <a:rPr lang="en-GB" dirty="0" err="1"/>
              <a:t>tập</a:t>
            </a:r>
            <a:r>
              <a:rPr lang="en-GB" dirty="0"/>
              <a:t> </a:t>
            </a:r>
            <a:r>
              <a:rPr lang="en-GB" dirty="0" err="1"/>
              <a:t>với</a:t>
            </a:r>
            <a:r>
              <a:rPr lang="en-GB" dirty="0"/>
              <a:t> </a:t>
            </a:r>
            <a:r>
              <a:rPr lang="en-GB" dirty="0" err="1"/>
              <a:t>các</a:t>
            </a:r>
            <a:r>
              <a:rPr lang="en-GB" dirty="0"/>
              <a:t> </a:t>
            </a:r>
            <a:r>
              <a:rPr lang="en-GB" dirty="0" err="1"/>
              <a:t>phép</a:t>
            </a:r>
            <a:r>
              <a:rPr lang="en-GB" dirty="0"/>
              <a:t> </a:t>
            </a:r>
            <a:r>
              <a:rPr lang="en-GB" dirty="0" err="1"/>
              <a:t>toán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AA001-2EEC-4D7C-8438-118054740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377111-642A-45A8-9844-8D31FF8D40C3}"/>
              </a:ext>
            </a:extLst>
          </p:cNvPr>
          <p:cNvSpPr/>
          <p:nvPr/>
        </p:nvSpPr>
        <p:spPr>
          <a:xfrm>
            <a:off x="1116281" y="1900052"/>
            <a:ext cx="2600696" cy="12647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a = 3 </a:t>
            </a:r>
          </a:p>
          <a:p>
            <a:r>
              <a:rPr lang="fr-FR" dirty="0"/>
              <a:t>b = 6</a:t>
            </a:r>
          </a:p>
          <a:p>
            <a:r>
              <a:rPr lang="fr-FR" dirty="0"/>
              <a:t>c = a + b</a:t>
            </a:r>
          </a:p>
          <a:p>
            <a:r>
              <a:rPr lang="fr-FR" dirty="0" err="1"/>
              <a:t>print</a:t>
            </a:r>
            <a:r>
              <a:rPr lang="fr-FR" dirty="0"/>
              <a:t>("</a:t>
            </a:r>
            <a:r>
              <a:rPr lang="fr-FR" dirty="0" err="1"/>
              <a:t>kết</a:t>
            </a:r>
            <a:r>
              <a:rPr lang="fr-FR" dirty="0"/>
              <a:t> </a:t>
            </a:r>
            <a:r>
              <a:rPr lang="fr-FR" dirty="0" err="1"/>
              <a:t>quả</a:t>
            </a:r>
            <a:r>
              <a:rPr lang="fr-FR" dirty="0"/>
              <a:t> là: ", c)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04B95D-ED3E-4ADB-94E1-550CBDE812C2}"/>
              </a:ext>
            </a:extLst>
          </p:cNvPr>
          <p:cNvSpPr/>
          <p:nvPr/>
        </p:nvSpPr>
        <p:spPr>
          <a:xfrm>
            <a:off x="4405746" y="1900052"/>
            <a:ext cx="2600696" cy="12647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a = 3 </a:t>
            </a:r>
          </a:p>
          <a:p>
            <a:r>
              <a:rPr lang="fr-FR" dirty="0"/>
              <a:t>b = 6</a:t>
            </a:r>
          </a:p>
          <a:p>
            <a:r>
              <a:rPr lang="fr-FR" dirty="0"/>
              <a:t>c = a * b</a:t>
            </a:r>
          </a:p>
          <a:p>
            <a:r>
              <a:rPr lang="fr-FR" dirty="0" err="1"/>
              <a:t>print</a:t>
            </a:r>
            <a:r>
              <a:rPr lang="fr-FR" dirty="0"/>
              <a:t>("</a:t>
            </a:r>
            <a:r>
              <a:rPr lang="fr-FR" dirty="0" err="1"/>
              <a:t>kết</a:t>
            </a:r>
            <a:r>
              <a:rPr lang="fr-FR" dirty="0"/>
              <a:t> </a:t>
            </a:r>
            <a:r>
              <a:rPr lang="fr-FR" dirty="0" err="1"/>
              <a:t>quả</a:t>
            </a:r>
            <a:r>
              <a:rPr lang="fr-FR" dirty="0"/>
              <a:t> là: ", c)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8F599B-193B-4F59-916A-55323C62FDEF}"/>
              </a:ext>
            </a:extLst>
          </p:cNvPr>
          <p:cNvSpPr/>
          <p:nvPr/>
        </p:nvSpPr>
        <p:spPr>
          <a:xfrm>
            <a:off x="4405746" y="3299711"/>
            <a:ext cx="2600696" cy="12647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a = 3 </a:t>
            </a:r>
          </a:p>
          <a:p>
            <a:r>
              <a:rPr lang="fr-FR" dirty="0"/>
              <a:t>b = 6</a:t>
            </a:r>
          </a:p>
          <a:p>
            <a:r>
              <a:rPr lang="fr-FR" dirty="0"/>
              <a:t>c = b/a</a:t>
            </a:r>
          </a:p>
          <a:p>
            <a:r>
              <a:rPr lang="fr-FR" dirty="0" err="1"/>
              <a:t>print</a:t>
            </a:r>
            <a:r>
              <a:rPr lang="fr-FR" dirty="0"/>
              <a:t>("</a:t>
            </a:r>
            <a:r>
              <a:rPr lang="fr-FR" dirty="0" err="1"/>
              <a:t>kết</a:t>
            </a:r>
            <a:r>
              <a:rPr lang="fr-FR" dirty="0"/>
              <a:t> </a:t>
            </a:r>
            <a:r>
              <a:rPr lang="fr-FR" dirty="0" err="1"/>
              <a:t>quả</a:t>
            </a:r>
            <a:r>
              <a:rPr lang="fr-FR" dirty="0"/>
              <a:t> là: ", c)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CBD216-1CEC-49FA-B031-4C515636E93D}"/>
              </a:ext>
            </a:extLst>
          </p:cNvPr>
          <p:cNvSpPr/>
          <p:nvPr/>
        </p:nvSpPr>
        <p:spPr>
          <a:xfrm>
            <a:off x="1116281" y="3368933"/>
            <a:ext cx="2600696" cy="12647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a = 3 </a:t>
            </a:r>
          </a:p>
          <a:p>
            <a:r>
              <a:rPr lang="fr-FR" dirty="0"/>
              <a:t>b = 6</a:t>
            </a:r>
          </a:p>
          <a:p>
            <a:r>
              <a:rPr lang="fr-FR" dirty="0"/>
              <a:t>c = b - a</a:t>
            </a:r>
          </a:p>
          <a:p>
            <a:r>
              <a:rPr lang="fr-FR" dirty="0" err="1"/>
              <a:t>print</a:t>
            </a:r>
            <a:r>
              <a:rPr lang="fr-FR" dirty="0"/>
              <a:t>("</a:t>
            </a:r>
            <a:r>
              <a:rPr lang="fr-FR" dirty="0" err="1"/>
              <a:t>kết</a:t>
            </a:r>
            <a:r>
              <a:rPr lang="fr-FR" dirty="0"/>
              <a:t> </a:t>
            </a:r>
            <a:r>
              <a:rPr lang="fr-FR" dirty="0" err="1"/>
              <a:t>quả</a:t>
            </a:r>
            <a:r>
              <a:rPr lang="fr-FR" dirty="0"/>
              <a:t> là: ", c)</a:t>
            </a:r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3979AA-C609-41FA-9E25-2511731EA038}"/>
              </a:ext>
            </a:extLst>
          </p:cNvPr>
          <p:cNvSpPr/>
          <p:nvPr/>
        </p:nvSpPr>
        <p:spPr>
          <a:xfrm>
            <a:off x="7558644" y="1900052"/>
            <a:ext cx="2600696" cy="12647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a = 3 </a:t>
            </a:r>
          </a:p>
          <a:p>
            <a:r>
              <a:rPr lang="fr-FR" dirty="0"/>
              <a:t>b = 7</a:t>
            </a:r>
          </a:p>
          <a:p>
            <a:r>
              <a:rPr lang="fr-FR" dirty="0"/>
              <a:t>c = </a:t>
            </a:r>
            <a:r>
              <a:rPr lang="fr-FR" dirty="0" err="1"/>
              <a:t>b%a</a:t>
            </a:r>
            <a:endParaRPr lang="fr-FR" dirty="0"/>
          </a:p>
          <a:p>
            <a:r>
              <a:rPr lang="fr-FR" dirty="0" err="1"/>
              <a:t>print</a:t>
            </a:r>
            <a:r>
              <a:rPr lang="fr-FR" dirty="0"/>
              <a:t>("</a:t>
            </a:r>
            <a:r>
              <a:rPr lang="fr-FR" dirty="0" err="1"/>
              <a:t>kết</a:t>
            </a:r>
            <a:r>
              <a:rPr lang="fr-FR" dirty="0"/>
              <a:t> </a:t>
            </a:r>
            <a:r>
              <a:rPr lang="fr-FR" dirty="0" err="1"/>
              <a:t>quả</a:t>
            </a:r>
            <a:r>
              <a:rPr lang="fr-FR" dirty="0"/>
              <a:t> là: ", c)</a:t>
            </a:r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8C0B78-EC28-44DB-80A5-D4E605C35637}"/>
              </a:ext>
            </a:extLst>
          </p:cNvPr>
          <p:cNvSpPr/>
          <p:nvPr/>
        </p:nvSpPr>
        <p:spPr>
          <a:xfrm>
            <a:off x="7558644" y="3357058"/>
            <a:ext cx="2600696" cy="12647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/>
              <a:t>a = 3 </a:t>
            </a:r>
          </a:p>
          <a:p>
            <a:r>
              <a:rPr lang="fr-FR" dirty="0"/>
              <a:t>b = a**2</a:t>
            </a:r>
          </a:p>
          <a:p>
            <a:r>
              <a:rPr lang="fr-FR" dirty="0" err="1"/>
              <a:t>print</a:t>
            </a:r>
            <a:r>
              <a:rPr lang="fr-FR" dirty="0"/>
              <a:t>("</a:t>
            </a:r>
            <a:r>
              <a:rPr lang="fr-FR" dirty="0" err="1"/>
              <a:t>kết</a:t>
            </a:r>
            <a:r>
              <a:rPr lang="fr-FR" dirty="0"/>
              <a:t> </a:t>
            </a:r>
            <a:r>
              <a:rPr lang="fr-FR" dirty="0" err="1"/>
              <a:t>quả</a:t>
            </a:r>
            <a:r>
              <a:rPr lang="fr-FR" dirty="0"/>
              <a:t> là: ", b)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3048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0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D4145-5E66-4999-A873-38E59AE67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Toán</a:t>
            </a:r>
            <a:r>
              <a:rPr lang="en-GB" dirty="0"/>
              <a:t> </a:t>
            </a:r>
            <a:r>
              <a:rPr lang="en-GB" dirty="0" err="1"/>
              <a:t>tử</a:t>
            </a:r>
            <a:r>
              <a:rPr lang="en-GB" dirty="0"/>
              <a:t> so </a:t>
            </a:r>
            <a:r>
              <a:rPr lang="en-GB" dirty="0" err="1"/>
              <a:t>sánh</a:t>
            </a:r>
            <a:r>
              <a:rPr lang="en-GB" dirty="0"/>
              <a:t> </a:t>
            </a:r>
            <a:r>
              <a:rPr lang="en-GB" dirty="0" err="1"/>
              <a:t>trong</a:t>
            </a:r>
            <a:r>
              <a:rPr lang="en-GB" dirty="0"/>
              <a:t> </a:t>
            </a:r>
            <a:r>
              <a:rPr lang="en-GB" dirty="0" err="1"/>
              <a:t>lập</a:t>
            </a:r>
            <a:r>
              <a:rPr lang="en-GB" dirty="0"/>
              <a:t> </a:t>
            </a:r>
            <a:r>
              <a:rPr lang="en-GB" dirty="0" err="1"/>
              <a:t>trình</a:t>
            </a:r>
            <a:endParaRPr lang="en-GB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84D3D79-0476-4BD7-A43C-132B7D0A48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7323024"/>
              </p:ext>
            </p:extLst>
          </p:nvPr>
        </p:nvGraphicFramePr>
        <p:xfrm>
          <a:off x="838200" y="1825624"/>
          <a:ext cx="7474528" cy="2795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7264">
                  <a:extLst>
                    <a:ext uri="{9D8B030D-6E8A-4147-A177-3AD203B41FA5}">
                      <a16:colId xmlns:a16="http://schemas.microsoft.com/office/drawing/2014/main" val="593427029"/>
                    </a:ext>
                  </a:extLst>
                </a:gridCol>
                <a:gridCol w="3737264">
                  <a:extLst>
                    <a:ext uri="{9D8B030D-6E8A-4147-A177-3AD203B41FA5}">
                      <a16:colId xmlns:a16="http://schemas.microsoft.com/office/drawing/2014/main" val="1458915787"/>
                    </a:ext>
                  </a:extLst>
                </a:gridCol>
              </a:tblGrid>
              <a:tr h="399342">
                <a:tc>
                  <a:txBody>
                    <a:bodyPr/>
                    <a:lstStyle/>
                    <a:p>
                      <a:r>
                        <a:rPr lang="en-GB" dirty="0" err="1"/>
                        <a:t>Phép</a:t>
                      </a:r>
                      <a:r>
                        <a:rPr lang="en-GB" dirty="0"/>
                        <a:t> so </a:t>
                      </a:r>
                      <a:r>
                        <a:rPr lang="en-GB" dirty="0" err="1"/>
                        <a:t>sánh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Kí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hiệu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toán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tử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584170"/>
                  </a:ext>
                </a:extLst>
              </a:tr>
              <a:tr h="399342">
                <a:tc>
                  <a:txBody>
                    <a:bodyPr/>
                    <a:lstStyle/>
                    <a:p>
                      <a:r>
                        <a:rPr lang="en-GB" dirty="0"/>
                        <a:t>So </a:t>
                      </a:r>
                      <a:r>
                        <a:rPr lang="en-GB" dirty="0" err="1"/>
                        <a:t>sánh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bằng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==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181367"/>
                  </a:ext>
                </a:extLst>
              </a:tr>
              <a:tr h="399342">
                <a:tc>
                  <a:txBody>
                    <a:bodyPr/>
                    <a:lstStyle/>
                    <a:p>
                      <a:r>
                        <a:rPr lang="en-GB" dirty="0"/>
                        <a:t>So </a:t>
                      </a:r>
                      <a:r>
                        <a:rPr lang="en-GB" dirty="0" err="1"/>
                        <a:t>sánh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nhỏ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hơn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&lt;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574923"/>
                  </a:ext>
                </a:extLst>
              </a:tr>
              <a:tr h="399342">
                <a:tc>
                  <a:txBody>
                    <a:bodyPr/>
                    <a:lstStyle/>
                    <a:p>
                      <a:r>
                        <a:rPr lang="en-GB" dirty="0"/>
                        <a:t>So </a:t>
                      </a:r>
                      <a:r>
                        <a:rPr lang="en-GB" dirty="0" err="1"/>
                        <a:t>sánh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nhỏ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hơn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hoặc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bằng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&lt;=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0349"/>
                  </a:ext>
                </a:extLst>
              </a:tr>
              <a:tr h="399342">
                <a:tc>
                  <a:txBody>
                    <a:bodyPr/>
                    <a:lstStyle/>
                    <a:p>
                      <a:r>
                        <a:rPr lang="en-GB" dirty="0"/>
                        <a:t>So </a:t>
                      </a:r>
                      <a:r>
                        <a:rPr lang="en-GB" dirty="0" err="1"/>
                        <a:t>sánh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lớn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hơn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5578852"/>
                  </a:ext>
                </a:extLst>
              </a:tr>
              <a:tr h="399342">
                <a:tc>
                  <a:txBody>
                    <a:bodyPr/>
                    <a:lstStyle/>
                    <a:p>
                      <a:r>
                        <a:rPr lang="en-GB" dirty="0"/>
                        <a:t>So </a:t>
                      </a:r>
                      <a:r>
                        <a:rPr lang="en-GB" dirty="0" err="1"/>
                        <a:t>sánh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lớn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hơn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hoặc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bằng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&gt;=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7197820"/>
                  </a:ext>
                </a:extLst>
              </a:tr>
              <a:tr h="399342">
                <a:tc>
                  <a:txBody>
                    <a:bodyPr/>
                    <a:lstStyle/>
                    <a:p>
                      <a:r>
                        <a:rPr lang="en-GB" dirty="0"/>
                        <a:t>So </a:t>
                      </a:r>
                      <a:r>
                        <a:rPr lang="en-GB" dirty="0" err="1"/>
                        <a:t>sánh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khác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!=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878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2461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D2FC2-11C4-4589-801A-22AC1630C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Cấu</a:t>
            </a:r>
            <a:r>
              <a:rPr lang="en-GB" dirty="0"/>
              <a:t> </a:t>
            </a:r>
            <a:r>
              <a:rPr lang="en-GB" dirty="0" err="1"/>
              <a:t>trúc</a:t>
            </a:r>
            <a:r>
              <a:rPr lang="en-GB" dirty="0"/>
              <a:t> </a:t>
            </a:r>
            <a:r>
              <a:rPr lang="en-GB" dirty="0" err="1"/>
              <a:t>rẽ</a:t>
            </a:r>
            <a:r>
              <a:rPr lang="en-GB" dirty="0"/>
              <a:t> </a:t>
            </a:r>
            <a:r>
              <a:rPr lang="en-GB" dirty="0" err="1"/>
              <a:t>nhánh</a:t>
            </a:r>
            <a:r>
              <a:rPr lang="en-GB" dirty="0"/>
              <a:t> – </a:t>
            </a:r>
            <a:r>
              <a:rPr lang="en-GB" dirty="0" err="1"/>
              <a:t>Chương</a:t>
            </a:r>
            <a:r>
              <a:rPr lang="en-GB" dirty="0"/>
              <a:t> </a:t>
            </a:r>
            <a:r>
              <a:rPr lang="en-GB" dirty="0" err="1"/>
              <a:t>trình</a:t>
            </a:r>
            <a:r>
              <a:rPr lang="en-GB" dirty="0"/>
              <a:t> </a:t>
            </a:r>
            <a:r>
              <a:rPr lang="en-GB" dirty="0" err="1"/>
              <a:t>thực</a:t>
            </a:r>
            <a:r>
              <a:rPr lang="en-GB" dirty="0"/>
              <a:t> </a:t>
            </a:r>
            <a:r>
              <a:rPr lang="en-GB" dirty="0" err="1"/>
              <a:t>hành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6908C-D895-4089-9F15-524D369A5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0FDBE8-3E43-4A4C-89D4-E56D41AB0912}"/>
              </a:ext>
            </a:extLst>
          </p:cNvPr>
          <p:cNvSpPr/>
          <p:nvPr/>
        </p:nvSpPr>
        <p:spPr>
          <a:xfrm>
            <a:off x="903515" y="1951945"/>
            <a:ext cx="4780453" cy="31944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 err="1"/>
              <a:t>Viết</a:t>
            </a:r>
            <a:r>
              <a:rPr lang="en-GB" dirty="0"/>
              <a:t> 1 </a:t>
            </a:r>
            <a:r>
              <a:rPr lang="en-GB" dirty="0" err="1"/>
              <a:t>chương</a:t>
            </a:r>
            <a:r>
              <a:rPr lang="en-GB" dirty="0"/>
              <a:t> </a:t>
            </a:r>
            <a:r>
              <a:rPr lang="en-GB" dirty="0" err="1"/>
              <a:t>trình</a:t>
            </a:r>
            <a:r>
              <a:rPr lang="en-GB" dirty="0"/>
              <a:t> </a:t>
            </a:r>
            <a:r>
              <a:rPr lang="en-GB" dirty="0" err="1"/>
              <a:t>nhập</a:t>
            </a:r>
            <a:r>
              <a:rPr lang="en-GB" dirty="0"/>
              <a:t> </a:t>
            </a:r>
            <a:r>
              <a:rPr lang="en-GB" dirty="0" err="1"/>
              <a:t>vào</a:t>
            </a:r>
            <a:r>
              <a:rPr lang="en-GB" dirty="0"/>
              <a:t> 1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từ</a:t>
            </a:r>
            <a:r>
              <a:rPr lang="en-GB" dirty="0"/>
              <a:t> </a:t>
            </a:r>
            <a:r>
              <a:rPr lang="en-GB" dirty="0" err="1"/>
              <a:t>màn</a:t>
            </a:r>
            <a:r>
              <a:rPr lang="en-GB" dirty="0"/>
              <a:t> </a:t>
            </a:r>
            <a:r>
              <a:rPr lang="en-GB" dirty="0" err="1"/>
              <a:t>hình</a:t>
            </a:r>
            <a:r>
              <a:rPr lang="en-GB" dirty="0"/>
              <a:t>. </a:t>
            </a:r>
            <a:r>
              <a:rPr lang="en-GB" dirty="0" err="1"/>
              <a:t>Kiểm</a:t>
            </a:r>
            <a:r>
              <a:rPr lang="en-GB" dirty="0"/>
              <a:t> </a:t>
            </a:r>
            <a:r>
              <a:rPr lang="en-GB" dirty="0" err="1"/>
              <a:t>tra</a:t>
            </a:r>
            <a:r>
              <a:rPr lang="en-GB" dirty="0"/>
              <a:t> </a:t>
            </a:r>
            <a:r>
              <a:rPr lang="en-GB" dirty="0" err="1"/>
              <a:t>xem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đó</a:t>
            </a:r>
            <a:r>
              <a:rPr lang="en-GB" dirty="0"/>
              <a:t>. </a:t>
            </a:r>
            <a:r>
              <a:rPr lang="en-GB" dirty="0" err="1"/>
              <a:t>Nếu</a:t>
            </a:r>
            <a:r>
              <a:rPr lang="en-GB" dirty="0"/>
              <a:t> chia </a:t>
            </a:r>
            <a:r>
              <a:rPr lang="en-GB" dirty="0" err="1"/>
              <a:t>hết</a:t>
            </a:r>
            <a:r>
              <a:rPr lang="en-GB" dirty="0"/>
              <a:t> </a:t>
            </a:r>
            <a:r>
              <a:rPr lang="en-GB" dirty="0" err="1"/>
              <a:t>cho</a:t>
            </a:r>
            <a:r>
              <a:rPr lang="en-GB" dirty="0"/>
              <a:t> 5 </a:t>
            </a:r>
            <a:r>
              <a:rPr lang="en-GB" dirty="0" err="1"/>
              <a:t>thì</a:t>
            </a:r>
            <a:r>
              <a:rPr lang="en-GB" dirty="0"/>
              <a:t> in </a:t>
            </a:r>
            <a:r>
              <a:rPr lang="en-GB" dirty="0" err="1"/>
              <a:t>ra</a:t>
            </a:r>
            <a:r>
              <a:rPr lang="en-GB" dirty="0"/>
              <a:t> </a:t>
            </a:r>
            <a:r>
              <a:rPr lang="en-GB" dirty="0" err="1"/>
              <a:t>chữ</a:t>
            </a:r>
            <a:r>
              <a:rPr lang="en-GB" dirty="0"/>
              <a:t> “FIZZ”. </a:t>
            </a:r>
            <a:r>
              <a:rPr lang="en-GB" dirty="0" err="1"/>
              <a:t>Nếu</a:t>
            </a:r>
            <a:r>
              <a:rPr lang="en-GB" dirty="0"/>
              <a:t> chia </a:t>
            </a:r>
            <a:r>
              <a:rPr lang="en-GB" dirty="0" err="1"/>
              <a:t>hết</a:t>
            </a:r>
            <a:r>
              <a:rPr lang="en-GB" dirty="0"/>
              <a:t> </a:t>
            </a:r>
            <a:r>
              <a:rPr lang="en-GB" dirty="0" err="1"/>
              <a:t>cho</a:t>
            </a:r>
            <a:r>
              <a:rPr lang="en-GB" dirty="0"/>
              <a:t> 3 </a:t>
            </a:r>
            <a:r>
              <a:rPr lang="en-GB" dirty="0" err="1"/>
              <a:t>thì</a:t>
            </a:r>
            <a:r>
              <a:rPr lang="en-GB" dirty="0"/>
              <a:t> in </a:t>
            </a:r>
            <a:r>
              <a:rPr lang="en-GB" dirty="0" err="1"/>
              <a:t>ra</a:t>
            </a:r>
            <a:r>
              <a:rPr lang="en-GB" dirty="0"/>
              <a:t> </a:t>
            </a:r>
            <a:r>
              <a:rPr lang="en-GB" dirty="0" err="1"/>
              <a:t>chữ</a:t>
            </a:r>
            <a:r>
              <a:rPr lang="en-GB" dirty="0"/>
              <a:t> “BUZZ”. </a:t>
            </a:r>
            <a:r>
              <a:rPr lang="en-GB" dirty="0" err="1"/>
              <a:t>Nếu</a:t>
            </a:r>
            <a:r>
              <a:rPr lang="en-GB" dirty="0"/>
              <a:t> chia </a:t>
            </a:r>
            <a:r>
              <a:rPr lang="en-GB" dirty="0" err="1"/>
              <a:t>hết</a:t>
            </a:r>
            <a:r>
              <a:rPr lang="en-GB" dirty="0"/>
              <a:t> </a:t>
            </a:r>
            <a:r>
              <a:rPr lang="en-GB" dirty="0" err="1"/>
              <a:t>cho</a:t>
            </a:r>
            <a:r>
              <a:rPr lang="en-GB" dirty="0"/>
              <a:t> </a:t>
            </a:r>
            <a:r>
              <a:rPr lang="en-GB" dirty="0" err="1"/>
              <a:t>cả</a:t>
            </a:r>
            <a:r>
              <a:rPr lang="en-GB" dirty="0"/>
              <a:t> 5 </a:t>
            </a:r>
            <a:r>
              <a:rPr lang="en-GB" dirty="0" err="1"/>
              <a:t>và</a:t>
            </a:r>
            <a:r>
              <a:rPr lang="en-GB" dirty="0"/>
              <a:t> 3 </a:t>
            </a:r>
            <a:r>
              <a:rPr lang="en-GB" dirty="0" err="1"/>
              <a:t>thì</a:t>
            </a:r>
            <a:r>
              <a:rPr lang="en-GB" dirty="0"/>
              <a:t> in </a:t>
            </a:r>
            <a:r>
              <a:rPr lang="en-GB" dirty="0" err="1"/>
              <a:t>ra</a:t>
            </a:r>
            <a:r>
              <a:rPr lang="en-GB" dirty="0"/>
              <a:t> </a:t>
            </a:r>
            <a:r>
              <a:rPr lang="en-GB" dirty="0" err="1"/>
              <a:t>chữ</a:t>
            </a:r>
            <a:r>
              <a:rPr lang="en-GB" dirty="0"/>
              <a:t> “FIZZ BUZZ”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0D25F6-DB1E-46DE-A16C-486EC7BE39E1}"/>
              </a:ext>
            </a:extLst>
          </p:cNvPr>
          <p:cNvSpPr/>
          <p:nvPr/>
        </p:nvSpPr>
        <p:spPr>
          <a:xfrm>
            <a:off x="6638662" y="1951945"/>
            <a:ext cx="4780453" cy="31944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dirty="0"/>
              <a:t>a = int(input("Nhập vào một số:"))</a:t>
            </a:r>
          </a:p>
          <a:p>
            <a:r>
              <a:rPr lang="vi-VN" dirty="0"/>
              <a:t>b = a%5</a:t>
            </a:r>
          </a:p>
          <a:p>
            <a:r>
              <a:rPr lang="vi-VN" dirty="0"/>
              <a:t>c = a%3</a:t>
            </a:r>
          </a:p>
          <a:p>
            <a:r>
              <a:rPr lang="vi-VN" dirty="0"/>
              <a:t>if b==0 and c ==0:</a:t>
            </a:r>
          </a:p>
          <a:p>
            <a:r>
              <a:rPr lang="vi-VN" dirty="0"/>
              <a:t>    print("FIZZ BUZZ")</a:t>
            </a:r>
          </a:p>
          <a:p>
            <a:r>
              <a:rPr lang="vi-VN" dirty="0"/>
              <a:t>elif b ==0:</a:t>
            </a:r>
          </a:p>
          <a:p>
            <a:r>
              <a:rPr lang="vi-VN" dirty="0"/>
              <a:t>    print("FIZZ")</a:t>
            </a:r>
          </a:p>
          <a:p>
            <a:r>
              <a:rPr lang="vi-VN" dirty="0"/>
              <a:t>elif c == 0:</a:t>
            </a:r>
          </a:p>
          <a:p>
            <a:r>
              <a:rPr lang="vi-VN" dirty="0"/>
              <a:t>    print("BUZZ")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1667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121FB-A606-4E6C-8528-482EB550D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Vòng</a:t>
            </a:r>
            <a:r>
              <a:rPr lang="en-GB" dirty="0"/>
              <a:t> </a:t>
            </a:r>
            <a:r>
              <a:rPr lang="en-GB" dirty="0" err="1"/>
              <a:t>lặp</a:t>
            </a:r>
            <a:r>
              <a:rPr lang="en-GB" dirty="0"/>
              <a:t> </a:t>
            </a:r>
            <a:r>
              <a:rPr lang="en-GB" dirty="0" err="1"/>
              <a:t>là</a:t>
            </a:r>
            <a:r>
              <a:rPr lang="en-GB" dirty="0"/>
              <a:t> </a:t>
            </a:r>
            <a:r>
              <a:rPr lang="en-GB" dirty="0" err="1"/>
              <a:t>gì</a:t>
            </a:r>
            <a:endParaRPr lang="en-GB" dirty="0"/>
          </a:p>
        </p:txBody>
      </p:sp>
      <p:pic>
        <p:nvPicPr>
          <p:cNvPr id="1030" name="Picture 6" descr="Tủ gỗ nhiều ô ngăn để đồ cá nhân cho bé mầm non hoặc để giày dép TMN01 |  Mobile">
            <a:extLst>
              <a:ext uri="{FF2B5EF4-FFF2-40B4-BE49-F238E27FC236}">
                <a16:creationId xmlns:a16="http://schemas.microsoft.com/office/drawing/2014/main" id="{D31D1121-CC43-4BD7-85DF-3DFBFA7ED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5356" y="2098160"/>
            <a:ext cx="3348528" cy="2551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68E510-E89F-4A1D-B4A7-A34EE9D33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D6D947-9567-4875-AA99-1FBF4918C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6876" y="1939185"/>
            <a:ext cx="2868979" cy="2868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187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E167F-EC45-489B-BC45-CDC79C98C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Vòng</a:t>
            </a:r>
            <a:r>
              <a:rPr lang="en-GB" dirty="0"/>
              <a:t> </a:t>
            </a:r>
            <a:r>
              <a:rPr lang="en-GB" dirty="0" err="1"/>
              <a:t>lặp</a:t>
            </a:r>
            <a:r>
              <a:rPr lang="en-GB" dirty="0"/>
              <a:t> </a:t>
            </a:r>
            <a:r>
              <a:rPr lang="en-GB" dirty="0" err="1"/>
              <a:t>là</a:t>
            </a:r>
            <a:r>
              <a:rPr lang="en-GB" dirty="0"/>
              <a:t> </a:t>
            </a:r>
            <a:r>
              <a:rPr lang="en-GB" dirty="0" err="1"/>
              <a:t>gì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E93F3-39E9-49CD-B99A-BC024EFBF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Những</a:t>
            </a:r>
            <a:r>
              <a:rPr lang="en-GB" dirty="0"/>
              <a:t> </a:t>
            </a:r>
            <a:r>
              <a:rPr lang="en-GB" dirty="0" err="1"/>
              <a:t>công</a:t>
            </a:r>
            <a:r>
              <a:rPr lang="en-GB" dirty="0"/>
              <a:t> </a:t>
            </a:r>
            <a:r>
              <a:rPr lang="en-GB" dirty="0" err="1"/>
              <a:t>việc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cách</a:t>
            </a:r>
            <a:r>
              <a:rPr lang="en-GB" dirty="0"/>
              <a:t> </a:t>
            </a:r>
            <a:r>
              <a:rPr lang="en-GB" dirty="0" err="1"/>
              <a:t>làm</a:t>
            </a:r>
            <a:r>
              <a:rPr lang="en-GB" dirty="0"/>
              <a:t> </a:t>
            </a:r>
            <a:r>
              <a:rPr lang="en-GB" dirty="0" err="1"/>
              <a:t>giống</a:t>
            </a:r>
            <a:r>
              <a:rPr lang="en-GB" dirty="0"/>
              <a:t> </a:t>
            </a:r>
            <a:r>
              <a:rPr lang="en-GB" dirty="0" err="1"/>
              <a:t>nhau</a:t>
            </a:r>
            <a:r>
              <a:rPr lang="en-GB" dirty="0"/>
              <a:t>. </a:t>
            </a:r>
            <a:r>
              <a:rPr lang="en-GB" dirty="0" err="1"/>
              <a:t>Và</a:t>
            </a:r>
            <a:r>
              <a:rPr lang="en-GB" dirty="0"/>
              <a:t> </a:t>
            </a:r>
            <a:r>
              <a:rPr lang="en-GB" dirty="0" err="1"/>
              <a:t>phải</a:t>
            </a:r>
            <a:r>
              <a:rPr lang="en-GB" dirty="0"/>
              <a:t> </a:t>
            </a:r>
            <a:r>
              <a:rPr lang="en-GB" dirty="0" err="1"/>
              <a:t>thực</a:t>
            </a:r>
            <a:r>
              <a:rPr lang="en-GB" dirty="0"/>
              <a:t> </a:t>
            </a:r>
            <a:r>
              <a:rPr lang="en-GB" dirty="0" err="1"/>
              <a:t>hiện</a:t>
            </a:r>
            <a:r>
              <a:rPr lang="en-GB" dirty="0"/>
              <a:t> </a:t>
            </a:r>
            <a:r>
              <a:rPr lang="en-GB" dirty="0" err="1"/>
              <a:t>nhiều</a:t>
            </a:r>
            <a:r>
              <a:rPr lang="en-GB" dirty="0"/>
              <a:t> </a:t>
            </a:r>
            <a:r>
              <a:rPr lang="en-GB" dirty="0" err="1"/>
              <a:t>lần</a:t>
            </a:r>
            <a:r>
              <a:rPr lang="en-GB" dirty="0"/>
              <a:t>(</a:t>
            </a:r>
            <a:r>
              <a:rPr lang="en-GB" dirty="0" err="1"/>
              <a:t>lặp</a:t>
            </a:r>
            <a:r>
              <a:rPr lang="en-GB" dirty="0"/>
              <a:t> </a:t>
            </a:r>
            <a:r>
              <a:rPr lang="en-GB" dirty="0" err="1"/>
              <a:t>đi</a:t>
            </a:r>
            <a:r>
              <a:rPr lang="en-GB" dirty="0"/>
              <a:t> </a:t>
            </a:r>
            <a:r>
              <a:rPr lang="en-GB" dirty="0" err="1"/>
              <a:t>lặp</a:t>
            </a:r>
            <a:r>
              <a:rPr lang="en-GB" dirty="0"/>
              <a:t> </a:t>
            </a:r>
            <a:r>
              <a:rPr lang="en-GB" dirty="0" err="1"/>
              <a:t>lại</a:t>
            </a:r>
            <a:r>
              <a:rPr lang="en-GB" dirty="0"/>
              <a:t>).</a:t>
            </a:r>
          </a:p>
          <a:p>
            <a:r>
              <a:rPr lang="en-GB" dirty="0" err="1"/>
              <a:t>Mỗi</a:t>
            </a:r>
            <a:r>
              <a:rPr lang="en-GB" dirty="0"/>
              <a:t> 1 </a:t>
            </a:r>
            <a:r>
              <a:rPr lang="en-GB" dirty="0" err="1"/>
              <a:t>lần</a:t>
            </a:r>
            <a:r>
              <a:rPr lang="en-GB" dirty="0"/>
              <a:t> </a:t>
            </a:r>
            <a:r>
              <a:rPr lang="en-GB" dirty="0" err="1"/>
              <a:t>công</a:t>
            </a:r>
            <a:r>
              <a:rPr lang="en-GB" dirty="0"/>
              <a:t> </a:t>
            </a:r>
            <a:r>
              <a:rPr lang="en-GB" dirty="0" err="1"/>
              <a:t>việc</a:t>
            </a:r>
            <a:r>
              <a:rPr lang="en-GB" dirty="0"/>
              <a:t> </a:t>
            </a:r>
            <a:r>
              <a:rPr lang="en-GB" dirty="0" err="1"/>
              <a:t>được</a:t>
            </a:r>
            <a:r>
              <a:rPr lang="en-GB" dirty="0"/>
              <a:t> </a:t>
            </a:r>
            <a:r>
              <a:rPr lang="en-GB" dirty="0" err="1"/>
              <a:t>lặp</a:t>
            </a:r>
            <a:r>
              <a:rPr lang="en-GB" dirty="0"/>
              <a:t> </a:t>
            </a:r>
            <a:r>
              <a:rPr lang="en-GB" dirty="0" err="1"/>
              <a:t>lại</a:t>
            </a:r>
            <a:r>
              <a:rPr lang="en-GB" dirty="0"/>
              <a:t> </a:t>
            </a:r>
            <a:r>
              <a:rPr lang="en-GB" dirty="0" err="1"/>
              <a:t>thì</a:t>
            </a:r>
            <a:r>
              <a:rPr lang="en-GB" dirty="0"/>
              <a:t> ta </a:t>
            </a:r>
            <a:r>
              <a:rPr lang="en-GB" dirty="0" err="1"/>
              <a:t>gọi</a:t>
            </a:r>
            <a:r>
              <a:rPr lang="en-GB" dirty="0"/>
              <a:t> </a:t>
            </a:r>
            <a:r>
              <a:rPr lang="en-GB" dirty="0" err="1"/>
              <a:t>nó</a:t>
            </a:r>
            <a:r>
              <a:rPr lang="en-GB" dirty="0"/>
              <a:t> </a:t>
            </a:r>
            <a:r>
              <a:rPr lang="en-GB" dirty="0" err="1"/>
              <a:t>là</a:t>
            </a:r>
            <a:r>
              <a:rPr lang="en-GB" dirty="0"/>
              <a:t> </a:t>
            </a:r>
            <a:r>
              <a:rPr lang="en-GB" dirty="0">
                <a:solidFill>
                  <a:srgbClr val="FF0000"/>
                </a:solidFill>
              </a:rPr>
              <a:t>“1 </a:t>
            </a:r>
            <a:r>
              <a:rPr lang="en-GB" dirty="0" err="1">
                <a:solidFill>
                  <a:srgbClr val="FF0000"/>
                </a:solidFill>
              </a:rPr>
              <a:t>lần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lặp</a:t>
            </a:r>
            <a:r>
              <a:rPr lang="en-GB" dirty="0">
                <a:solidFill>
                  <a:srgbClr val="FF0000"/>
                </a:solidFill>
              </a:rPr>
              <a:t>”</a:t>
            </a:r>
          </a:p>
          <a:p>
            <a:r>
              <a:rPr lang="en-GB" dirty="0" err="1"/>
              <a:t>Trong</a:t>
            </a:r>
            <a:r>
              <a:rPr lang="en-GB" dirty="0"/>
              <a:t> </a:t>
            </a:r>
            <a:r>
              <a:rPr lang="en-GB" dirty="0" err="1"/>
              <a:t>lập</a:t>
            </a:r>
            <a:r>
              <a:rPr lang="en-GB" dirty="0"/>
              <a:t> </a:t>
            </a:r>
            <a:r>
              <a:rPr lang="en-GB" dirty="0" err="1"/>
              <a:t>trình</a:t>
            </a:r>
            <a:r>
              <a:rPr lang="en-GB" dirty="0"/>
              <a:t> </a:t>
            </a:r>
            <a:r>
              <a:rPr lang="en-GB" dirty="0" err="1"/>
              <a:t>vòng</a:t>
            </a:r>
            <a:r>
              <a:rPr lang="en-GB" dirty="0"/>
              <a:t> </a:t>
            </a:r>
            <a:r>
              <a:rPr lang="en-GB" dirty="0" err="1"/>
              <a:t>lặp</a:t>
            </a:r>
            <a:r>
              <a:rPr lang="en-GB" dirty="0"/>
              <a:t> </a:t>
            </a:r>
            <a:r>
              <a:rPr lang="en-GB" dirty="0" err="1"/>
              <a:t>là</a:t>
            </a:r>
            <a:r>
              <a:rPr lang="en-GB" dirty="0"/>
              <a:t> </a:t>
            </a:r>
            <a:r>
              <a:rPr lang="en-GB" dirty="0" err="1"/>
              <a:t>cấu</a:t>
            </a:r>
            <a:r>
              <a:rPr lang="en-GB" dirty="0"/>
              <a:t> </a:t>
            </a:r>
            <a:r>
              <a:rPr lang="en-GB" dirty="0" err="1"/>
              <a:t>trúc</a:t>
            </a:r>
            <a:r>
              <a:rPr lang="en-GB" dirty="0"/>
              <a:t> </a:t>
            </a:r>
            <a:r>
              <a:rPr lang="en-GB" dirty="0" err="1"/>
              <a:t>lệnh</a:t>
            </a:r>
            <a:r>
              <a:rPr lang="en-GB" dirty="0"/>
              <a:t> </a:t>
            </a:r>
            <a:r>
              <a:rPr lang="en-GB" dirty="0" err="1"/>
              <a:t>thực</a:t>
            </a:r>
            <a:r>
              <a:rPr lang="en-GB" dirty="0"/>
              <a:t> </a:t>
            </a:r>
            <a:r>
              <a:rPr lang="en-GB" dirty="0" err="1"/>
              <a:t>hiện</a:t>
            </a:r>
            <a:r>
              <a:rPr lang="en-GB" dirty="0"/>
              <a:t> </a:t>
            </a:r>
            <a:r>
              <a:rPr lang="en-GB" dirty="0" err="1"/>
              <a:t>lại</a:t>
            </a:r>
            <a:r>
              <a:rPr lang="en-GB" dirty="0"/>
              <a:t> </a:t>
            </a:r>
            <a:r>
              <a:rPr lang="en-GB" dirty="0" err="1"/>
              <a:t>các</a:t>
            </a:r>
            <a:r>
              <a:rPr lang="en-GB" dirty="0"/>
              <a:t> </a:t>
            </a:r>
            <a:r>
              <a:rPr lang="en-GB" dirty="0" err="1"/>
              <a:t>công</a:t>
            </a:r>
            <a:r>
              <a:rPr lang="en-GB" dirty="0"/>
              <a:t> </a:t>
            </a:r>
            <a:r>
              <a:rPr lang="en-GB" dirty="0" err="1"/>
              <a:t>việc</a:t>
            </a:r>
            <a:r>
              <a:rPr lang="en-GB" dirty="0"/>
              <a:t> </a:t>
            </a:r>
            <a:r>
              <a:rPr lang="en-GB" dirty="0" err="1"/>
              <a:t>mà</a:t>
            </a:r>
            <a:r>
              <a:rPr lang="en-GB" dirty="0"/>
              <a:t> </a:t>
            </a:r>
            <a:r>
              <a:rPr lang="en-GB" dirty="0" err="1"/>
              <a:t>không</a:t>
            </a:r>
            <a:r>
              <a:rPr lang="en-GB" dirty="0"/>
              <a:t> </a:t>
            </a:r>
            <a:r>
              <a:rPr lang="en-GB" dirty="0" err="1"/>
              <a:t>cần</a:t>
            </a:r>
            <a:r>
              <a:rPr lang="en-GB" dirty="0"/>
              <a:t> </a:t>
            </a:r>
            <a:r>
              <a:rPr lang="en-GB" dirty="0" err="1"/>
              <a:t>phải</a:t>
            </a:r>
            <a:r>
              <a:rPr lang="en-GB" dirty="0"/>
              <a:t> </a:t>
            </a:r>
            <a:r>
              <a:rPr lang="en-GB" dirty="0" err="1"/>
              <a:t>viết</a:t>
            </a:r>
            <a:r>
              <a:rPr lang="en-GB" dirty="0"/>
              <a:t> </a:t>
            </a:r>
            <a:r>
              <a:rPr lang="en-GB" dirty="0" err="1"/>
              <a:t>lại</a:t>
            </a:r>
            <a:r>
              <a:rPr lang="en-GB" dirty="0"/>
              <a:t> </a:t>
            </a:r>
            <a:r>
              <a:rPr lang="en-GB" dirty="0" err="1"/>
              <a:t>mã</a:t>
            </a:r>
            <a:r>
              <a:rPr lang="en-GB" dirty="0"/>
              <a:t> </a:t>
            </a:r>
            <a:r>
              <a:rPr lang="en-GB" dirty="0" err="1"/>
              <a:t>lệnh</a:t>
            </a:r>
            <a:r>
              <a:rPr lang="en-GB" dirty="0"/>
              <a:t> </a:t>
            </a:r>
            <a:r>
              <a:rPr lang="en-GB" dirty="0" err="1"/>
              <a:t>nhiều</a:t>
            </a:r>
            <a:r>
              <a:rPr lang="en-GB" dirty="0"/>
              <a:t> </a:t>
            </a:r>
            <a:r>
              <a:rPr lang="en-GB" dirty="0" err="1"/>
              <a:t>lần</a:t>
            </a:r>
            <a:endParaRPr lang="en-GB" dirty="0"/>
          </a:p>
          <a:p>
            <a:r>
              <a:rPr lang="en-GB" dirty="0" err="1">
                <a:solidFill>
                  <a:srgbClr val="FF0000"/>
                </a:solidFill>
              </a:rPr>
              <a:t>Vòng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lặp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có</a:t>
            </a:r>
            <a:r>
              <a:rPr lang="en-GB" dirty="0">
                <a:solidFill>
                  <a:srgbClr val="FF0000"/>
                </a:solidFill>
              </a:rPr>
              <a:t> 1 </a:t>
            </a:r>
            <a:r>
              <a:rPr lang="en-GB" dirty="0" err="1">
                <a:solidFill>
                  <a:srgbClr val="FF0000"/>
                </a:solidFill>
              </a:rPr>
              <a:t>điều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kiện</a:t>
            </a:r>
            <a:r>
              <a:rPr lang="en-GB" dirty="0">
                <a:solidFill>
                  <a:srgbClr val="FF0000"/>
                </a:solidFill>
              </a:rPr>
              <a:t>. </a:t>
            </a:r>
            <a:r>
              <a:rPr lang="en-GB" dirty="0" err="1">
                <a:solidFill>
                  <a:srgbClr val="FF0000"/>
                </a:solidFill>
              </a:rPr>
              <a:t>Đó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gọi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là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điều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kiện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dừng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vòng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lặp</a:t>
            </a:r>
            <a:r>
              <a:rPr lang="en-GB" dirty="0">
                <a:solidFill>
                  <a:srgbClr val="FF0000"/>
                </a:solidFill>
              </a:rPr>
              <a:t>. </a:t>
            </a:r>
            <a:r>
              <a:rPr lang="en-GB" dirty="0" err="1">
                <a:solidFill>
                  <a:srgbClr val="FF0000"/>
                </a:solidFill>
              </a:rPr>
              <a:t>Nếu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không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có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điều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kiện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này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thì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vòng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lặp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sẽ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trở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nên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vô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hạn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5094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E167F-EC45-489B-BC45-CDC79C98C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Vòng</a:t>
            </a:r>
            <a:r>
              <a:rPr lang="en-GB" dirty="0"/>
              <a:t> </a:t>
            </a:r>
            <a:r>
              <a:rPr lang="en-GB" dirty="0" err="1"/>
              <a:t>lặp</a:t>
            </a:r>
            <a:r>
              <a:rPr lang="en-GB" dirty="0"/>
              <a:t> </a:t>
            </a:r>
            <a:r>
              <a:rPr lang="en-GB" dirty="0" err="1"/>
              <a:t>vô</a:t>
            </a:r>
            <a:r>
              <a:rPr lang="en-GB" dirty="0"/>
              <a:t> </a:t>
            </a:r>
            <a:r>
              <a:rPr lang="en-GB" dirty="0" err="1"/>
              <a:t>hạn</a:t>
            </a:r>
            <a:r>
              <a:rPr lang="en-GB" dirty="0"/>
              <a:t> </a:t>
            </a:r>
            <a:r>
              <a:rPr lang="en-GB" dirty="0" err="1"/>
              <a:t>là</a:t>
            </a:r>
            <a:r>
              <a:rPr lang="en-GB" dirty="0"/>
              <a:t> </a:t>
            </a:r>
            <a:r>
              <a:rPr lang="en-GB" dirty="0" err="1"/>
              <a:t>gì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E93F3-39E9-49CD-B99A-BC024EFBF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Vòng</a:t>
            </a:r>
            <a:r>
              <a:rPr lang="en-GB" dirty="0"/>
              <a:t> </a:t>
            </a:r>
            <a:r>
              <a:rPr lang="en-GB" dirty="0" err="1"/>
              <a:t>lặp</a:t>
            </a:r>
            <a:r>
              <a:rPr lang="en-GB" dirty="0"/>
              <a:t> </a:t>
            </a:r>
            <a:r>
              <a:rPr lang="en-GB" dirty="0" err="1"/>
              <a:t>vô</a:t>
            </a:r>
            <a:r>
              <a:rPr lang="en-GB" dirty="0"/>
              <a:t> </a:t>
            </a:r>
            <a:r>
              <a:rPr lang="en-GB" dirty="0" err="1"/>
              <a:t>hạn</a:t>
            </a:r>
            <a:r>
              <a:rPr lang="en-GB" dirty="0"/>
              <a:t> </a:t>
            </a:r>
            <a:r>
              <a:rPr lang="en-GB" dirty="0" err="1"/>
              <a:t>là</a:t>
            </a:r>
            <a:r>
              <a:rPr lang="en-GB" dirty="0"/>
              <a:t> </a:t>
            </a:r>
            <a:r>
              <a:rPr lang="en-GB" dirty="0" err="1"/>
              <a:t>vòng</a:t>
            </a:r>
            <a:r>
              <a:rPr lang="en-GB" dirty="0"/>
              <a:t> </a:t>
            </a:r>
            <a:r>
              <a:rPr lang="en-GB" dirty="0" err="1"/>
              <a:t>lặp</a:t>
            </a:r>
            <a:r>
              <a:rPr lang="en-GB" dirty="0"/>
              <a:t> </a:t>
            </a:r>
            <a:r>
              <a:rPr lang="en-GB" dirty="0" err="1"/>
              <a:t>mà</a:t>
            </a:r>
            <a:r>
              <a:rPr lang="en-GB" dirty="0"/>
              <a:t> </a:t>
            </a:r>
            <a:r>
              <a:rPr lang="en-GB" dirty="0" err="1"/>
              <a:t>không</a:t>
            </a:r>
            <a:r>
              <a:rPr lang="en-GB" dirty="0"/>
              <a:t> bao </a:t>
            </a:r>
            <a:r>
              <a:rPr lang="en-GB" dirty="0" err="1"/>
              <a:t>giờ</a:t>
            </a:r>
            <a:r>
              <a:rPr lang="en-GB" dirty="0"/>
              <a:t> </a:t>
            </a:r>
            <a:r>
              <a:rPr lang="en-GB" dirty="0" err="1"/>
              <a:t>kết</a:t>
            </a:r>
            <a:r>
              <a:rPr lang="en-GB" dirty="0"/>
              <a:t> </a:t>
            </a:r>
            <a:r>
              <a:rPr lang="en-GB" dirty="0" err="1"/>
              <a:t>thúc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267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B6D9F-86DF-4071-B304-7D8614470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Vòng</a:t>
            </a:r>
            <a:r>
              <a:rPr lang="en-GB" dirty="0"/>
              <a:t> </a:t>
            </a:r>
            <a:r>
              <a:rPr lang="en-GB" dirty="0" err="1"/>
              <a:t>lặp</a:t>
            </a:r>
            <a:r>
              <a:rPr lang="en-GB" dirty="0"/>
              <a:t> – </a:t>
            </a:r>
            <a:r>
              <a:rPr lang="en-GB" dirty="0" err="1"/>
              <a:t>Ví</a:t>
            </a:r>
            <a:r>
              <a:rPr lang="en-GB" dirty="0"/>
              <a:t> </a:t>
            </a:r>
            <a:r>
              <a:rPr lang="en-GB" dirty="0" err="1"/>
              <a:t>dụ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F781C-AEC2-4BED-9692-F47E9C113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029843-8C2D-4EB1-B97E-C26F2B587549}"/>
              </a:ext>
            </a:extLst>
          </p:cNvPr>
          <p:cNvSpPr/>
          <p:nvPr/>
        </p:nvSpPr>
        <p:spPr>
          <a:xfrm>
            <a:off x="950382" y="1898506"/>
            <a:ext cx="4780453" cy="31944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dirty="0"/>
              <a:t>a = int(input("nhập vào một số:"))</a:t>
            </a:r>
          </a:p>
          <a:p>
            <a:r>
              <a:rPr lang="vi-VN" dirty="0"/>
              <a:t>print(a)</a:t>
            </a:r>
          </a:p>
          <a:p>
            <a:r>
              <a:rPr lang="vi-VN" dirty="0"/>
              <a:t>print(a+1)</a:t>
            </a:r>
          </a:p>
          <a:p>
            <a:r>
              <a:rPr lang="vi-VN" dirty="0"/>
              <a:t>print(a+2)</a:t>
            </a:r>
          </a:p>
          <a:p>
            <a:r>
              <a:rPr lang="vi-VN" dirty="0"/>
              <a:t>print(a+3)</a:t>
            </a:r>
          </a:p>
          <a:p>
            <a:r>
              <a:rPr lang="vi-VN" dirty="0"/>
              <a:t>print(a+4)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5036D5-8B9E-4201-8E27-684A11779E69}"/>
              </a:ext>
            </a:extLst>
          </p:cNvPr>
          <p:cNvSpPr/>
          <p:nvPr/>
        </p:nvSpPr>
        <p:spPr>
          <a:xfrm>
            <a:off x="6461167" y="1898506"/>
            <a:ext cx="4780453" cy="31944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a = int(input("</a:t>
            </a:r>
            <a:r>
              <a:rPr lang="en-GB" dirty="0" err="1"/>
              <a:t>Nhập</a:t>
            </a:r>
            <a:r>
              <a:rPr lang="en-GB" dirty="0"/>
              <a:t> </a:t>
            </a:r>
            <a:r>
              <a:rPr lang="en-GB" dirty="0" err="1"/>
              <a:t>vào</a:t>
            </a:r>
            <a:r>
              <a:rPr lang="en-GB" dirty="0"/>
              <a:t> </a:t>
            </a:r>
            <a:r>
              <a:rPr lang="en-GB" dirty="0" err="1"/>
              <a:t>một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:"))</a:t>
            </a:r>
          </a:p>
          <a:p>
            <a:r>
              <a:rPr lang="en-GB" dirty="0"/>
              <a:t>for </a:t>
            </a:r>
            <a:r>
              <a:rPr lang="en-GB" dirty="0" err="1"/>
              <a:t>i</a:t>
            </a:r>
            <a:r>
              <a:rPr lang="en-GB" dirty="0"/>
              <a:t> in range(5):</a:t>
            </a:r>
          </a:p>
          <a:p>
            <a:r>
              <a:rPr lang="en-GB" dirty="0"/>
              <a:t>    print(</a:t>
            </a:r>
            <a:r>
              <a:rPr lang="en-GB" dirty="0" err="1"/>
              <a:t>a+i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870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86FDB-2053-4DD7-99D2-6FC7814F5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Các</a:t>
            </a:r>
            <a:r>
              <a:rPr lang="en-GB" dirty="0"/>
              <a:t> </a:t>
            </a:r>
            <a:r>
              <a:rPr lang="en-GB" dirty="0" err="1"/>
              <a:t>loại</a:t>
            </a:r>
            <a:r>
              <a:rPr lang="en-GB" dirty="0"/>
              <a:t> </a:t>
            </a:r>
            <a:r>
              <a:rPr lang="en-GB" dirty="0" err="1"/>
              <a:t>vòng</a:t>
            </a:r>
            <a:r>
              <a:rPr lang="en-GB" dirty="0"/>
              <a:t> </a:t>
            </a:r>
            <a:r>
              <a:rPr lang="en-GB" dirty="0" err="1"/>
              <a:t>lặp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7609F-8980-49F8-9E38-5148EFEB9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Vòng</a:t>
            </a:r>
            <a:r>
              <a:rPr lang="en-GB" dirty="0"/>
              <a:t> </a:t>
            </a:r>
            <a:r>
              <a:rPr lang="en-GB" dirty="0" err="1"/>
              <a:t>lặp</a:t>
            </a:r>
            <a:r>
              <a:rPr lang="en-GB" dirty="0"/>
              <a:t> For</a:t>
            </a:r>
          </a:p>
          <a:p>
            <a:r>
              <a:rPr lang="en-GB" dirty="0" err="1"/>
              <a:t>Vòng</a:t>
            </a:r>
            <a:r>
              <a:rPr lang="en-GB" dirty="0"/>
              <a:t> </a:t>
            </a:r>
            <a:r>
              <a:rPr lang="en-GB" dirty="0" err="1"/>
              <a:t>lặp</a:t>
            </a:r>
            <a:r>
              <a:rPr lang="en-GB" dirty="0"/>
              <a:t> while</a:t>
            </a:r>
          </a:p>
        </p:txBody>
      </p:sp>
    </p:spTree>
    <p:extLst>
      <p:ext uri="{BB962C8B-B14F-4D97-AF65-F5344CB8AC3E}">
        <p14:creationId xmlns:p14="http://schemas.microsoft.com/office/powerpoint/2010/main" val="386870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CECC9-93B6-4C1A-8AC1-A4FC508F9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Vòng</a:t>
            </a:r>
            <a:r>
              <a:rPr lang="en-GB" dirty="0"/>
              <a:t> </a:t>
            </a:r>
            <a:r>
              <a:rPr lang="en-GB" dirty="0" err="1"/>
              <a:t>lặp</a:t>
            </a:r>
            <a:r>
              <a:rPr lang="en-GB" dirty="0"/>
              <a:t> For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3834A-1361-4086-941C-F2AABA542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Là</a:t>
            </a:r>
            <a:r>
              <a:rPr lang="en-GB" dirty="0"/>
              <a:t> </a:t>
            </a:r>
            <a:r>
              <a:rPr lang="en-GB" dirty="0" err="1"/>
              <a:t>loại</a:t>
            </a:r>
            <a:r>
              <a:rPr lang="en-GB" dirty="0"/>
              <a:t> </a:t>
            </a:r>
            <a:r>
              <a:rPr lang="en-GB" dirty="0" err="1"/>
              <a:t>vòng</a:t>
            </a:r>
            <a:r>
              <a:rPr lang="en-GB" dirty="0"/>
              <a:t> </a:t>
            </a:r>
            <a:r>
              <a:rPr lang="en-GB" dirty="0" err="1"/>
              <a:t>lặp</a:t>
            </a:r>
            <a:r>
              <a:rPr lang="en-GB" dirty="0"/>
              <a:t> </a:t>
            </a:r>
            <a:r>
              <a:rPr lang="en-GB" dirty="0" err="1"/>
              <a:t>mà</a:t>
            </a:r>
            <a:r>
              <a:rPr lang="en-GB" dirty="0"/>
              <a:t> ta </a:t>
            </a:r>
            <a:r>
              <a:rPr lang="en-GB" dirty="0" err="1"/>
              <a:t>biết</a:t>
            </a:r>
            <a:r>
              <a:rPr lang="en-GB" dirty="0"/>
              <a:t> </a:t>
            </a:r>
            <a:r>
              <a:rPr lang="en-GB" dirty="0" err="1"/>
              <a:t>trước</a:t>
            </a:r>
            <a:r>
              <a:rPr lang="en-GB" dirty="0"/>
              <a:t> </a:t>
            </a:r>
            <a:r>
              <a:rPr lang="en-GB" dirty="0" err="1"/>
              <a:t>về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 </a:t>
            </a:r>
            <a:r>
              <a:rPr lang="en-GB" dirty="0" err="1"/>
              <a:t>lần</a:t>
            </a:r>
            <a:r>
              <a:rPr lang="en-GB" dirty="0"/>
              <a:t> </a:t>
            </a:r>
            <a:r>
              <a:rPr lang="en-GB" dirty="0" err="1"/>
              <a:t>lặp</a:t>
            </a:r>
            <a:endParaRPr lang="en-GB" dirty="0"/>
          </a:p>
          <a:p>
            <a:r>
              <a:rPr lang="en-GB" dirty="0" err="1"/>
              <a:t>Cấu</a:t>
            </a:r>
            <a:r>
              <a:rPr lang="en-GB" dirty="0"/>
              <a:t> </a:t>
            </a:r>
            <a:r>
              <a:rPr lang="en-GB" dirty="0" err="1"/>
              <a:t>trúc</a:t>
            </a:r>
            <a:r>
              <a:rPr lang="en-GB" dirty="0"/>
              <a:t> </a:t>
            </a:r>
            <a:r>
              <a:rPr lang="en-GB" dirty="0" err="1"/>
              <a:t>vòng</a:t>
            </a:r>
            <a:r>
              <a:rPr lang="en-GB" dirty="0"/>
              <a:t> </a:t>
            </a:r>
            <a:r>
              <a:rPr lang="en-GB" dirty="0" err="1"/>
              <a:t>lặp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i: </a:t>
            </a:r>
            <a:r>
              <a:rPr lang="en-GB" dirty="0" err="1"/>
              <a:t>biến</a:t>
            </a:r>
            <a:r>
              <a:rPr lang="en-GB" dirty="0"/>
              <a:t> </a:t>
            </a:r>
            <a:r>
              <a:rPr lang="en-GB" dirty="0" err="1"/>
              <a:t>đếm</a:t>
            </a:r>
            <a:endParaRPr lang="en-GB" dirty="0"/>
          </a:p>
          <a:p>
            <a:pPr lvl="1"/>
            <a:r>
              <a:rPr lang="en-GB" dirty="0"/>
              <a:t>range(n): </a:t>
            </a:r>
            <a:r>
              <a:rPr lang="en-GB" dirty="0" err="1"/>
              <a:t>biến</a:t>
            </a:r>
            <a:r>
              <a:rPr lang="en-GB" dirty="0"/>
              <a:t> </a:t>
            </a:r>
            <a:r>
              <a:rPr lang="en-GB" dirty="0" err="1"/>
              <a:t>đếm</a:t>
            </a:r>
            <a:r>
              <a:rPr lang="en-GB" dirty="0"/>
              <a:t> </a:t>
            </a:r>
            <a:r>
              <a:rPr lang="en-GB" dirty="0" err="1"/>
              <a:t>sẽ</a:t>
            </a:r>
            <a:r>
              <a:rPr lang="en-GB" dirty="0"/>
              <a:t> </a:t>
            </a:r>
            <a:r>
              <a:rPr lang="en-GB" dirty="0" err="1"/>
              <a:t>đếm</a:t>
            </a:r>
            <a:r>
              <a:rPr lang="en-GB" dirty="0"/>
              <a:t> </a:t>
            </a:r>
            <a:r>
              <a:rPr lang="en-GB" dirty="0" err="1"/>
              <a:t>đến</a:t>
            </a:r>
            <a:r>
              <a:rPr lang="en-GB" dirty="0"/>
              <a:t> n </a:t>
            </a:r>
            <a:r>
              <a:rPr lang="en-GB" dirty="0" err="1"/>
              <a:t>thì</a:t>
            </a:r>
            <a:r>
              <a:rPr lang="en-GB" dirty="0"/>
              <a:t> </a:t>
            </a:r>
            <a:r>
              <a:rPr lang="en-GB" dirty="0" err="1"/>
              <a:t>thoát</a:t>
            </a:r>
            <a:endParaRPr lang="en-GB" dirty="0"/>
          </a:p>
          <a:p>
            <a:pPr lvl="1"/>
            <a:r>
              <a:rPr lang="en-GB" dirty="0" err="1"/>
              <a:t>Khối</a:t>
            </a:r>
            <a:r>
              <a:rPr lang="en-GB" dirty="0"/>
              <a:t> </a:t>
            </a:r>
            <a:r>
              <a:rPr lang="en-GB" dirty="0" err="1"/>
              <a:t>lệnh</a:t>
            </a:r>
            <a:r>
              <a:rPr lang="en-GB" dirty="0"/>
              <a:t>: </a:t>
            </a:r>
            <a:r>
              <a:rPr lang="en-GB" dirty="0" err="1"/>
              <a:t>công</a:t>
            </a:r>
            <a:r>
              <a:rPr lang="en-GB" dirty="0"/>
              <a:t> </a:t>
            </a:r>
            <a:r>
              <a:rPr lang="en-GB" dirty="0" err="1"/>
              <a:t>việc</a:t>
            </a:r>
            <a:r>
              <a:rPr lang="en-GB" dirty="0"/>
              <a:t> </a:t>
            </a:r>
            <a:r>
              <a:rPr lang="en-GB" dirty="0" err="1"/>
              <a:t>thực</a:t>
            </a:r>
            <a:r>
              <a:rPr lang="en-GB" dirty="0"/>
              <a:t> </a:t>
            </a:r>
            <a:r>
              <a:rPr lang="en-GB" dirty="0" err="1"/>
              <a:t>thi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341AC4-2187-411B-A4EF-03386F95E8C0}"/>
              </a:ext>
            </a:extLst>
          </p:cNvPr>
          <p:cNvSpPr/>
          <p:nvPr/>
        </p:nvSpPr>
        <p:spPr>
          <a:xfrm>
            <a:off x="4114801" y="2297875"/>
            <a:ext cx="2345375" cy="8863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for </a:t>
            </a:r>
            <a:r>
              <a:rPr lang="en-GB" dirty="0">
                <a:solidFill>
                  <a:srgbClr val="FF0000"/>
                </a:solidFill>
              </a:rPr>
              <a:t>&lt;</a:t>
            </a:r>
            <a:r>
              <a:rPr lang="en-GB" dirty="0" err="1">
                <a:solidFill>
                  <a:srgbClr val="FF0000"/>
                </a:solidFill>
              </a:rPr>
              <a:t>i</a:t>
            </a:r>
            <a:r>
              <a:rPr lang="en-GB" dirty="0">
                <a:solidFill>
                  <a:srgbClr val="FF0000"/>
                </a:solidFill>
              </a:rPr>
              <a:t>&gt;</a:t>
            </a:r>
            <a:r>
              <a:rPr lang="en-GB" dirty="0"/>
              <a:t> in </a:t>
            </a:r>
            <a:r>
              <a:rPr lang="en-GB" dirty="0">
                <a:solidFill>
                  <a:srgbClr val="FFFF00"/>
                </a:solidFill>
              </a:rPr>
              <a:t>range(n)</a:t>
            </a:r>
            <a:r>
              <a:rPr lang="en-GB" dirty="0"/>
              <a:t>:</a:t>
            </a:r>
          </a:p>
          <a:p>
            <a:r>
              <a:rPr lang="en-GB" dirty="0"/>
              <a:t>    </a:t>
            </a:r>
            <a:r>
              <a:rPr lang="en-GB" dirty="0">
                <a:solidFill>
                  <a:srgbClr val="FFC000"/>
                </a:solidFill>
              </a:rPr>
              <a:t>&lt;</a:t>
            </a:r>
            <a:r>
              <a:rPr lang="en-GB" dirty="0" err="1">
                <a:solidFill>
                  <a:srgbClr val="FFC000"/>
                </a:solidFill>
              </a:rPr>
              <a:t>Khối</a:t>
            </a:r>
            <a:r>
              <a:rPr lang="en-GB" dirty="0">
                <a:solidFill>
                  <a:srgbClr val="FFC000"/>
                </a:solidFill>
              </a:rPr>
              <a:t> </a:t>
            </a:r>
            <a:r>
              <a:rPr lang="en-GB" dirty="0" err="1">
                <a:solidFill>
                  <a:srgbClr val="FFC000"/>
                </a:solidFill>
              </a:rPr>
              <a:t>lệnh</a:t>
            </a:r>
            <a:r>
              <a:rPr lang="en-GB" dirty="0">
                <a:solidFill>
                  <a:srgbClr val="FFC000"/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017018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B9900-0B96-41F0-95AE-94BD98713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Ví</a:t>
            </a:r>
            <a:r>
              <a:rPr lang="en-GB" dirty="0"/>
              <a:t> </a:t>
            </a:r>
            <a:r>
              <a:rPr lang="en-GB" dirty="0" err="1"/>
              <a:t>dụ</a:t>
            </a:r>
            <a:r>
              <a:rPr lang="en-GB" dirty="0"/>
              <a:t> </a:t>
            </a:r>
            <a:r>
              <a:rPr lang="en-GB" dirty="0" err="1"/>
              <a:t>về</a:t>
            </a:r>
            <a:r>
              <a:rPr lang="en-GB" dirty="0"/>
              <a:t> </a:t>
            </a:r>
            <a:r>
              <a:rPr lang="en-GB" dirty="0" err="1"/>
              <a:t>vòng</a:t>
            </a:r>
            <a:r>
              <a:rPr lang="en-GB" dirty="0"/>
              <a:t> </a:t>
            </a:r>
            <a:r>
              <a:rPr lang="en-GB" dirty="0" err="1"/>
              <a:t>lặp</a:t>
            </a:r>
            <a:r>
              <a:rPr lang="en-GB" dirty="0"/>
              <a:t> For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F4950-D18B-471C-A4CE-AF13A91CF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C26DD6-6342-45B7-AE9E-6C775F93CC83}"/>
              </a:ext>
            </a:extLst>
          </p:cNvPr>
          <p:cNvSpPr/>
          <p:nvPr/>
        </p:nvSpPr>
        <p:spPr>
          <a:xfrm>
            <a:off x="933203" y="1987571"/>
            <a:ext cx="4780453" cy="31944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a = int(input("</a:t>
            </a:r>
            <a:r>
              <a:rPr lang="en-GB" dirty="0" err="1"/>
              <a:t>Nhập</a:t>
            </a:r>
            <a:r>
              <a:rPr lang="en-GB" dirty="0"/>
              <a:t> </a:t>
            </a:r>
            <a:r>
              <a:rPr lang="en-GB" dirty="0" err="1"/>
              <a:t>vào</a:t>
            </a:r>
            <a:r>
              <a:rPr lang="en-GB" dirty="0"/>
              <a:t> </a:t>
            </a:r>
            <a:r>
              <a:rPr lang="en-GB" dirty="0" err="1"/>
              <a:t>một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:"))</a:t>
            </a:r>
          </a:p>
          <a:p>
            <a:r>
              <a:rPr lang="en-GB" dirty="0"/>
              <a:t>b = 0</a:t>
            </a:r>
          </a:p>
          <a:p>
            <a:r>
              <a:rPr lang="en-GB" dirty="0"/>
              <a:t>for </a:t>
            </a:r>
            <a:r>
              <a:rPr lang="en-GB" dirty="0" err="1"/>
              <a:t>i</a:t>
            </a:r>
            <a:r>
              <a:rPr lang="en-GB" dirty="0"/>
              <a:t> in range(a):</a:t>
            </a:r>
          </a:p>
          <a:p>
            <a:r>
              <a:rPr lang="en-GB" dirty="0"/>
              <a:t>    b = b+i+1</a:t>
            </a:r>
          </a:p>
          <a:p>
            <a:r>
              <a:rPr lang="en-GB" dirty="0"/>
              <a:t>print("</a:t>
            </a:r>
            <a:r>
              <a:rPr lang="en-GB" dirty="0" err="1"/>
              <a:t>Tổng</a:t>
            </a:r>
            <a:r>
              <a:rPr lang="en-GB" dirty="0"/>
              <a:t> </a:t>
            </a:r>
            <a:r>
              <a:rPr lang="en-GB" dirty="0" err="1"/>
              <a:t>là</a:t>
            </a:r>
            <a:r>
              <a:rPr lang="en-GB" dirty="0"/>
              <a:t>: ",b)</a:t>
            </a:r>
          </a:p>
        </p:txBody>
      </p:sp>
    </p:spTree>
    <p:extLst>
      <p:ext uri="{BB962C8B-B14F-4D97-AF65-F5344CB8AC3E}">
        <p14:creationId xmlns:p14="http://schemas.microsoft.com/office/powerpoint/2010/main" val="2729728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78641-F7C2-4BFC-AEA7-2FA40EF73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Vòng</a:t>
            </a:r>
            <a:r>
              <a:rPr lang="en-GB" dirty="0"/>
              <a:t> </a:t>
            </a:r>
            <a:r>
              <a:rPr lang="en-GB" dirty="0" err="1"/>
              <a:t>lặp</a:t>
            </a:r>
            <a:r>
              <a:rPr lang="en-GB" dirty="0"/>
              <a:t> while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B1631-9DDE-458C-9EAC-EA2467574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Trong Python, vòng lặp while được sử dụng để lặp lại một khối mã cho đến khi một điều kiện cụ thể không còn đúng nữa</a:t>
            </a:r>
            <a:endParaRPr lang="en-GB" dirty="0"/>
          </a:p>
          <a:p>
            <a:r>
              <a:rPr lang="en-GB" dirty="0" err="1"/>
              <a:t>Cấu</a:t>
            </a:r>
            <a:r>
              <a:rPr lang="en-GB" dirty="0"/>
              <a:t> </a:t>
            </a:r>
            <a:r>
              <a:rPr lang="en-GB" dirty="0" err="1"/>
              <a:t>trúc</a:t>
            </a:r>
            <a:r>
              <a:rPr lang="en-GB" dirty="0"/>
              <a:t> </a:t>
            </a:r>
            <a:r>
              <a:rPr lang="en-GB" dirty="0" err="1"/>
              <a:t>vòng</a:t>
            </a:r>
            <a:r>
              <a:rPr lang="en-GB" dirty="0"/>
              <a:t> </a:t>
            </a:r>
            <a:r>
              <a:rPr lang="en-GB" dirty="0" err="1"/>
              <a:t>lặp</a:t>
            </a:r>
            <a:r>
              <a:rPr lang="en-GB" dirty="0"/>
              <a:t> while </a:t>
            </a:r>
            <a:r>
              <a:rPr lang="en-GB" dirty="0" err="1"/>
              <a:t>như</a:t>
            </a:r>
            <a:r>
              <a:rPr lang="en-GB" dirty="0"/>
              <a:t> </a:t>
            </a:r>
            <a:r>
              <a:rPr lang="en-GB" dirty="0" err="1"/>
              <a:t>sau</a:t>
            </a:r>
            <a:r>
              <a:rPr lang="en-GB" dirty="0"/>
              <a:t>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6B71A7-BFF5-4F75-9AE5-5935291DE5FC}"/>
              </a:ext>
            </a:extLst>
          </p:cNvPr>
          <p:cNvSpPr/>
          <p:nvPr/>
        </p:nvSpPr>
        <p:spPr>
          <a:xfrm>
            <a:off x="3592286" y="3339935"/>
            <a:ext cx="4821381" cy="16595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while </a:t>
            </a:r>
            <a:r>
              <a:rPr lang="en-GB" dirty="0" err="1"/>
              <a:t>điều_kiện</a:t>
            </a:r>
            <a:r>
              <a:rPr lang="en-GB" dirty="0"/>
              <a:t>:</a:t>
            </a:r>
          </a:p>
          <a:p>
            <a:r>
              <a:rPr lang="en-GB" dirty="0"/>
              <a:t>    </a:t>
            </a:r>
            <a:r>
              <a:rPr lang="en-GB" dirty="0">
                <a:solidFill>
                  <a:srgbClr val="FFC000"/>
                </a:solidFill>
              </a:rPr>
              <a:t>&lt;</a:t>
            </a:r>
            <a:r>
              <a:rPr lang="en-GB" dirty="0" err="1">
                <a:solidFill>
                  <a:srgbClr val="FFC000"/>
                </a:solidFill>
              </a:rPr>
              <a:t>Khối</a:t>
            </a:r>
            <a:r>
              <a:rPr lang="en-GB" dirty="0">
                <a:solidFill>
                  <a:srgbClr val="FFC000"/>
                </a:solidFill>
              </a:rPr>
              <a:t> </a:t>
            </a:r>
            <a:r>
              <a:rPr lang="en-GB" dirty="0" err="1">
                <a:solidFill>
                  <a:srgbClr val="FFC000"/>
                </a:solidFill>
              </a:rPr>
              <a:t>lệnh</a:t>
            </a:r>
            <a:r>
              <a:rPr lang="en-GB" dirty="0">
                <a:solidFill>
                  <a:srgbClr val="FFC000"/>
                </a:solidFill>
              </a:rPr>
              <a:t>&gt; </a:t>
            </a:r>
            <a:r>
              <a:rPr lang="en-GB" dirty="0" err="1">
                <a:solidFill>
                  <a:srgbClr val="FFC000"/>
                </a:solidFill>
              </a:rPr>
              <a:t>khi</a:t>
            </a:r>
            <a:r>
              <a:rPr lang="en-GB" dirty="0">
                <a:solidFill>
                  <a:srgbClr val="FFC000"/>
                </a:solidFill>
              </a:rPr>
              <a:t> </a:t>
            </a:r>
            <a:r>
              <a:rPr lang="en-GB" dirty="0" err="1">
                <a:solidFill>
                  <a:srgbClr val="FFC000"/>
                </a:solidFill>
              </a:rPr>
              <a:t>điều</a:t>
            </a:r>
            <a:r>
              <a:rPr lang="en-GB" dirty="0">
                <a:solidFill>
                  <a:srgbClr val="FFC000"/>
                </a:solidFill>
              </a:rPr>
              <a:t> </a:t>
            </a:r>
            <a:r>
              <a:rPr lang="en-GB" dirty="0" err="1">
                <a:solidFill>
                  <a:srgbClr val="FFC000"/>
                </a:solidFill>
              </a:rPr>
              <a:t>kiện</a:t>
            </a:r>
            <a:r>
              <a:rPr lang="en-GB" dirty="0">
                <a:solidFill>
                  <a:srgbClr val="FFC000"/>
                </a:solidFill>
              </a:rPr>
              <a:t> </a:t>
            </a:r>
            <a:r>
              <a:rPr lang="en-GB" dirty="0" err="1">
                <a:solidFill>
                  <a:srgbClr val="FFC000"/>
                </a:solidFill>
              </a:rPr>
              <a:t>đúng</a:t>
            </a:r>
            <a:endParaRPr lang="en-GB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4426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A85FD-36D2-4E8F-A098-8CCE951AB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Ví</a:t>
            </a:r>
            <a:r>
              <a:rPr lang="en-GB" dirty="0"/>
              <a:t> </a:t>
            </a:r>
            <a:r>
              <a:rPr lang="en-GB" dirty="0" err="1"/>
              <a:t>dụ</a:t>
            </a:r>
            <a:r>
              <a:rPr lang="en-GB" dirty="0"/>
              <a:t> </a:t>
            </a:r>
            <a:r>
              <a:rPr lang="en-GB" dirty="0" err="1"/>
              <a:t>về</a:t>
            </a:r>
            <a:r>
              <a:rPr lang="en-GB" dirty="0"/>
              <a:t> </a:t>
            </a:r>
            <a:r>
              <a:rPr lang="en-GB" dirty="0" err="1"/>
              <a:t>vòng</a:t>
            </a:r>
            <a:r>
              <a:rPr lang="en-GB" dirty="0"/>
              <a:t> </a:t>
            </a:r>
            <a:r>
              <a:rPr lang="en-GB" dirty="0" err="1"/>
              <a:t>lặp</a:t>
            </a:r>
            <a:r>
              <a:rPr lang="en-GB" dirty="0"/>
              <a:t> while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5B848-6219-444A-BB43-CAD39FD03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0956B4-5390-4475-8BF3-49E784FC47B0}"/>
              </a:ext>
            </a:extLst>
          </p:cNvPr>
          <p:cNvSpPr/>
          <p:nvPr/>
        </p:nvSpPr>
        <p:spPr>
          <a:xfrm>
            <a:off x="1075707" y="1946008"/>
            <a:ext cx="4780453" cy="1482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a = int(input("</a:t>
            </a:r>
            <a:r>
              <a:rPr lang="en-GB" dirty="0" err="1"/>
              <a:t>Nhập</a:t>
            </a:r>
            <a:r>
              <a:rPr lang="en-GB" dirty="0"/>
              <a:t> </a:t>
            </a:r>
            <a:r>
              <a:rPr lang="en-GB" dirty="0" err="1"/>
              <a:t>vào</a:t>
            </a:r>
            <a:r>
              <a:rPr lang="en-GB" dirty="0"/>
              <a:t> </a:t>
            </a:r>
            <a:r>
              <a:rPr lang="en-GB" dirty="0" err="1"/>
              <a:t>một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:"))</a:t>
            </a:r>
          </a:p>
          <a:p>
            <a:r>
              <a:rPr lang="en-GB" dirty="0"/>
              <a:t>for </a:t>
            </a:r>
            <a:r>
              <a:rPr lang="en-GB" dirty="0" err="1"/>
              <a:t>i</a:t>
            </a:r>
            <a:r>
              <a:rPr lang="en-GB" dirty="0"/>
              <a:t> in range(5):</a:t>
            </a:r>
          </a:p>
          <a:p>
            <a:r>
              <a:rPr lang="en-GB" dirty="0"/>
              <a:t>    print(</a:t>
            </a:r>
            <a:r>
              <a:rPr lang="en-GB" dirty="0" err="1"/>
              <a:t>a+i</a:t>
            </a:r>
            <a:r>
              <a:rPr lang="en-GB" dirty="0"/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A2ED62-D448-40E0-8436-89E5ECE152F1}"/>
              </a:ext>
            </a:extLst>
          </p:cNvPr>
          <p:cNvSpPr/>
          <p:nvPr/>
        </p:nvSpPr>
        <p:spPr>
          <a:xfrm>
            <a:off x="6520544" y="1898506"/>
            <a:ext cx="4780453" cy="16106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a = int(input("</a:t>
            </a:r>
            <a:r>
              <a:rPr lang="en-GB" dirty="0" err="1"/>
              <a:t>Nhập</a:t>
            </a:r>
            <a:r>
              <a:rPr lang="en-GB" dirty="0"/>
              <a:t> </a:t>
            </a:r>
            <a:r>
              <a:rPr lang="en-GB" dirty="0" err="1"/>
              <a:t>vào</a:t>
            </a:r>
            <a:r>
              <a:rPr lang="en-GB" dirty="0"/>
              <a:t> </a:t>
            </a:r>
            <a:r>
              <a:rPr lang="en-GB" dirty="0" err="1"/>
              <a:t>một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:"))</a:t>
            </a:r>
          </a:p>
          <a:p>
            <a:r>
              <a:rPr lang="en-GB" dirty="0" err="1"/>
              <a:t>i</a:t>
            </a:r>
            <a:r>
              <a:rPr lang="en-GB" dirty="0"/>
              <a:t> = 0</a:t>
            </a:r>
          </a:p>
          <a:p>
            <a:r>
              <a:rPr lang="en-GB" dirty="0"/>
              <a:t>while </a:t>
            </a:r>
            <a:r>
              <a:rPr lang="en-GB" dirty="0" err="1"/>
              <a:t>i</a:t>
            </a:r>
            <a:r>
              <a:rPr lang="en-GB" dirty="0"/>
              <a:t>&lt;5:</a:t>
            </a:r>
          </a:p>
          <a:p>
            <a:r>
              <a:rPr lang="en-GB" dirty="0"/>
              <a:t>    print(</a:t>
            </a:r>
            <a:r>
              <a:rPr lang="en-GB" dirty="0" err="1"/>
              <a:t>a+i</a:t>
            </a:r>
            <a:r>
              <a:rPr lang="en-GB" dirty="0"/>
              <a:t>)</a:t>
            </a:r>
          </a:p>
          <a:p>
            <a:r>
              <a:rPr lang="en-GB" dirty="0"/>
              <a:t>    </a:t>
            </a:r>
            <a:r>
              <a:rPr lang="en-GB" dirty="0" err="1"/>
              <a:t>i</a:t>
            </a:r>
            <a:r>
              <a:rPr lang="en-GB" dirty="0"/>
              <a:t> = i+1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903D63-46C4-4BEB-945A-811F2828E19A}"/>
              </a:ext>
            </a:extLst>
          </p:cNvPr>
          <p:cNvSpPr/>
          <p:nvPr/>
        </p:nvSpPr>
        <p:spPr>
          <a:xfrm>
            <a:off x="6520543" y="4001294"/>
            <a:ext cx="4780453" cy="16106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a = int(input("</a:t>
            </a:r>
            <a:r>
              <a:rPr lang="en-GB" dirty="0" err="1"/>
              <a:t>Nhập</a:t>
            </a:r>
            <a:r>
              <a:rPr lang="en-GB" dirty="0"/>
              <a:t> </a:t>
            </a:r>
            <a:r>
              <a:rPr lang="en-GB" dirty="0" err="1"/>
              <a:t>vào</a:t>
            </a:r>
            <a:r>
              <a:rPr lang="en-GB" dirty="0"/>
              <a:t> </a:t>
            </a:r>
            <a:r>
              <a:rPr lang="en-GB" dirty="0" err="1"/>
              <a:t>một</a:t>
            </a:r>
            <a:r>
              <a:rPr lang="en-GB" dirty="0"/>
              <a:t> </a:t>
            </a:r>
            <a:r>
              <a:rPr lang="en-GB" dirty="0" err="1"/>
              <a:t>số</a:t>
            </a:r>
            <a:r>
              <a:rPr lang="en-GB" dirty="0"/>
              <a:t>:"))</a:t>
            </a:r>
          </a:p>
          <a:p>
            <a:r>
              <a:rPr lang="en-GB" dirty="0" err="1"/>
              <a:t>i</a:t>
            </a:r>
            <a:r>
              <a:rPr lang="en-GB" dirty="0"/>
              <a:t> = 0</a:t>
            </a:r>
          </a:p>
          <a:p>
            <a:r>
              <a:rPr lang="en-GB" dirty="0"/>
              <a:t>while </a:t>
            </a:r>
            <a:r>
              <a:rPr lang="en-GB" dirty="0" err="1"/>
              <a:t>i</a:t>
            </a:r>
            <a:r>
              <a:rPr lang="en-GB" dirty="0"/>
              <a:t>&lt;5:</a:t>
            </a:r>
          </a:p>
          <a:p>
            <a:r>
              <a:rPr lang="en-GB" dirty="0"/>
              <a:t>    print(</a:t>
            </a:r>
            <a:r>
              <a:rPr lang="en-GB" dirty="0" err="1"/>
              <a:t>a+i</a:t>
            </a:r>
            <a:r>
              <a:rPr lang="en-GB" dirty="0"/>
              <a:t>)</a:t>
            </a:r>
          </a:p>
          <a:p>
            <a:r>
              <a:rPr lang="en-GB" dirty="0"/>
              <a:t>    </a:t>
            </a:r>
            <a:r>
              <a:rPr lang="en-GB" dirty="0" err="1"/>
              <a:t>i</a:t>
            </a:r>
            <a:r>
              <a:rPr lang="en-GB" dirty="0"/>
              <a:t> = i+2</a:t>
            </a:r>
          </a:p>
        </p:txBody>
      </p:sp>
    </p:spTree>
    <p:extLst>
      <p:ext uri="{BB962C8B-B14F-4D97-AF65-F5344CB8AC3E}">
        <p14:creationId xmlns:p14="http://schemas.microsoft.com/office/powerpoint/2010/main" val="4167081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2DA5A-2AE1-429F-A6BF-AF796B010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GB" dirty="0" err="1"/>
              <a:t>Kết</a:t>
            </a:r>
            <a:r>
              <a:rPr lang="en-GB" dirty="0"/>
              <a:t> </a:t>
            </a:r>
            <a:r>
              <a:rPr lang="en-GB" dirty="0" err="1"/>
              <a:t>thúc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01712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4DEE9-45CB-41E2-93E3-B5FBDFFA0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5E808-3FB7-46E7-9A10-4396A523E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-23:10 </a:t>
            </a:r>
            <a:r>
              <a:rPr lang="en-GB" dirty="0" err="1"/>
              <a:t>bắt</a:t>
            </a:r>
            <a:r>
              <a:rPr lang="en-GB" dirty="0"/>
              <a:t> </a:t>
            </a:r>
            <a:r>
              <a:rPr lang="en-GB" dirty="0" err="1"/>
              <a:t>đầu</a:t>
            </a:r>
            <a:r>
              <a:rPr lang="en-GB" dirty="0"/>
              <a:t> </a:t>
            </a:r>
            <a:r>
              <a:rPr lang="en-GB" dirty="0" err="1"/>
              <a:t>lặp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2789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766</Words>
  <Application>Microsoft Office PowerPoint</Application>
  <PresentationFormat>Widescreen</PresentationFormat>
  <Paragraphs>112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Vòng lặp</vt:lpstr>
      <vt:lpstr>Nội dung chính</vt:lpstr>
      <vt:lpstr>Ôn tập với các phép toán</vt:lpstr>
      <vt:lpstr>Toán tử so sánh trong lập trình</vt:lpstr>
      <vt:lpstr>Cấu trúc rẽ nhánh – Chương trình thực hành</vt:lpstr>
      <vt:lpstr>Vòng lặp là gì</vt:lpstr>
      <vt:lpstr>Vòng lặp là gì</vt:lpstr>
      <vt:lpstr>Vòng lặp vô hạn là gì</vt:lpstr>
      <vt:lpstr>Vòng lặp – Ví dụ</vt:lpstr>
      <vt:lpstr>Các loại vòng lặp</vt:lpstr>
      <vt:lpstr>Vòng lặp For</vt:lpstr>
      <vt:lpstr>Ví dụ về vòng lặp For</vt:lpstr>
      <vt:lpstr>Vòng lặp while</vt:lpstr>
      <vt:lpstr>Ví dụ về vòng lặp while</vt:lpstr>
      <vt:lpstr>Kết thúc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Lệnh rẽ nhánh</dc:title>
  <dc:creator>hau nguyen</dc:creator>
  <cp:lastModifiedBy>hau nguyen</cp:lastModifiedBy>
  <cp:revision>51</cp:revision>
  <dcterms:created xsi:type="dcterms:W3CDTF">2024-01-26T16:31:41Z</dcterms:created>
  <dcterms:modified xsi:type="dcterms:W3CDTF">2024-01-28T02:27:53Z</dcterms:modified>
</cp:coreProperties>
</file>