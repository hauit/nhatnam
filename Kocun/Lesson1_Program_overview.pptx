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59"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7" r:id="rId22"/>
    <p:sldId id="275" r:id="rId23"/>
    <p:sldId id="278"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152" y="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9694F-BD86-40A0-B41F-134E8D3F5FF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1583A921-A3CF-4C21-8AA9-72D532130B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C35A500-9C7F-41C2-B83C-C8E0AEA8CA0F}"/>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5" name="Footer Placeholder 4">
            <a:extLst>
              <a:ext uri="{FF2B5EF4-FFF2-40B4-BE49-F238E27FC236}">
                <a16:creationId xmlns:a16="http://schemas.microsoft.com/office/drawing/2014/main" id="{C76155E3-87DC-4EDC-ACD3-F58673DF4AF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98172CB-8252-48C5-9896-28D11E2C9E88}"/>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32813779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529EC-15CF-43EF-8DEE-8506168E1CF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F5B0C3AB-9888-43E9-A3DB-623AEADF0F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3C6995E2-D587-4DAE-8AA5-B477D31FBB35}"/>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5" name="Footer Placeholder 4">
            <a:extLst>
              <a:ext uri="{FF2B5EF4-FFF2-40B4-BE49-F238E27FC236}">
                <a16:creationId xmlns:a16="http://schemas.microsoft.com/office/drawing/2014/main" id="{0A163C74-A02F-4026-9A5A-2B3A346758F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D106922-B6F8-41F7-B4CD-DE0A96127511}"/>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7065145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CA799-BA03-4E8F-894C-7214142A1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54B5C754-348F-4AE8-BF85-56EDA2562D6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FE2465-3D24-48AA-BC72-1E9F68E42150}"/>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5" name="Footer Placeholder 4">
            <a:extLst>
              <a:ext uri="{FF2B5EF4-FFF2-40B4-BE49-F238E27FC236}">
                <a16:creationId xmlns:a16="http://schemas.microsoft.com/office/drawing/2014/main" id="{1F8AF2B6-E5B7-47B6-B940-843C824CB1D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203FBB-F090-4953-8E23-D27EC2B80F6F}"/>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4064815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D7CD9-EB2D-43D3-9AC4-6751CE2CB60A}"/>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7BEFBCA-E5A1-4B85-9F14-A4680FDF59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F21540C-58B9-4BA6-B97B-C28A9A44908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93FC4224-FC91-4A9A-A022-D7A03A163933}"/>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6" name="Footer Placeholder 5">
            <a:extLst>
              <a:ext uri="{FF2B5EF4-FFF2-40B4-BE49-F238E27FC236}">
                <a16:creationId xmlns:a16="http://schemas.microsoft.com/office/drawing/2014/main" id="{F6027B01-964D-496A-9094-99C8EAFB800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073C4BF-5484-436F-94B9-E3B95EEEFB9F}"/>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5504524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E3EE6-B536-4AC3-ABCA-3A137E96EBE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A04D36A-DD78-4F89-BAF2-4AD28DD0C7D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1AE58E5-C746-47AF-BCAB-B15E3C73576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259E41B-9263-4EF0-B009-39E120B904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FD3C8BA-C825-47D1-B333-B7DA1DA27BD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2A4637C-A445-4991-B763-3E9B68459CC7}"/>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8" name="Footer Placeholder 7">
            <a:extLst>
              <a:ext uri="{FF2B5EF4-FFF2-40B4-BE49-F238E27FC236}">
                <a16:creationId xmlns:a16="http://schemas.microsoft.com/office/drawing/2014/main" id="{421D9501-6A28-4C7F-B091-63A31F0361DB}"/>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8A2AFA49-0752-4B24-8635-481139C27E50}"/>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88176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34F778-3CCB-46DE-92DC-5914CA0755C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107C849A-861D-4911-A4AB-A4A57E40C233}"/>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4" name="Footer Placeholder 3">
            <a:extLst>
              <a:ext uri="{FF2B5EF4-FFF2-40B4-BE49-F238E27FC236}">
                <a16:creationId xmlns:a16="http://schemas.microsoft.com/office/drawing/2014/main" id="{9F6CF967-923E-4567-8466-B3B0BB1982F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ED16772-4A3C-4D9E-BF2A-88A2349166A7}"/>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12969905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A1C0B3B-3119-488B-978D-AC05B6143129}"/>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3" name="Footer Placeholder 2">
            <a:extLst>
              <a:ext uri="{FF2B5EF4-FFF2-40B4-BE49-F238E27FC236}">
                <a16:creationId xmlns:a16="http://schemas.microsoft.com/office/drawing/2014/main" id="{26D4E478-C015-4EC0-B065-9972432FB96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632906C5-01FF-4453-95C5-AD74DF4D8DFD}"/>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26717985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26BDC-2B2E-43BC-89B2-79E1C9BD02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005E863-08CA-4C7A-953A-0673A4AEE1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C3BF5B8D-6BA2-42B8-A750-10B9FB2E3F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DFA3F0-FD48-4470-AC98-33AED4F78AB6}"/>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6" name="Footer Placeholder 5">
            <a:extLst>
              <a:ext uri="{FF2B5EF4-FFF2-40B4-BE49-F238E27FC236}">
                <a16:creationId xmlns:a16="http://schemas.microsoft.com/office/drawing/2014/main" id="{64CD0CB2-3F45-42C8-B46E-ECB7E66A508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463678-1293-481C-AE15-CF54A22B9A54}"/>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428835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05655-9261-4C5D-91C4-0149EA778B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E19A6B79-FB13-46F2-B34B-D739BDFED95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4A0C00AF-820E-46B6-B519-4DA4DB9832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CDD13CC-C8B5-4E2E-97C8-4D1819D7B0B6}"/>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6" name="Footer Placeholder 5">
            <a:extLst>
              <a:ext uri="{FF2B5EF4-FFF2-40B4-BE49-F238E27FC236}">
                <a16:creationId xmlns:a16="http://schemas.microsoft.com/office/drawing/2014/main" id="{9DF5D476-1B38-497C-9C50-A404C2C0632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75AF67F-BC8E-4CEA-9DB0-59774A0C8AB1}"/>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2697415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3F7B1-5C6E-4394-9659-C8E19894E6FB}"/>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335BBD36-95A9-420D-A92F-74026DED44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03E62F9-C418-4995-83EF-AC728B5DC467}"/>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5" name="Footer Placeholder 4">
            <a:extLst>
              <a:ext uri="{FF2B5EF4-FFF2-40B4-BE49-F238E27FC236}">
                <a16:creationId xmlns:a16="http://schemas.microsoft.com/office/drawing/2014/main" id="{D4237F9C-25AD-478A-92E3-CB9E287FD32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2A9B6B9-786F-4A47-AE89-7F950100527E}"/>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1570686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85F8DBD-B91D-4ABB-B6E0-5BF29EB4278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7F722E0-A78C-413B-BA88-0E7FC1B217C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FB408A5-8741-497D-88E2-4705907AF991}"/>
              </a:ext>
            </a:extLst>
          </p:cNvPr>
          <p:cNvSpPr>
            <a:spLocks noGrp="1"/>
          </p:cNvSpPr>
          <p:nvPr>
            <p:ph type="dt" sz="half" idx="10"/>
          </p:nvPr>
        </p:nvSpPr>
        <p:spPr/>
        <p:txBody>
          <a:bodyPr/>
          <a:lstStyle/>
          <a:p>
            <a:fld id="{1AD355A8-6A0A-41A0-AC68-DFAC84EEA884}" type="datetimeFigureOut">
              <a:rPr lang="en-GB" smtClean="0"/>
              <a:t>18/01/2024</a:t>
            </a:fld>
            <a:endParaRPr lang="en-GB"/>
          </a:p>
        </p:txBody>
      </p:sp>
      <p:sp>
        <p:nvSpPr>
          <p:cNvPr id="5" name="Footer Placeholder 4">
            <a:extLst>
              <a:ext uri="{FF2B5EF4-FFF2-40B4-BE49-F238E27FC236}">
                <a16:creationId xmlns:a16="http://schemas.microsoft.com/office/drawing/2014/main" id="{20635D9F-3E1A-4D53-8993-8F0B9697B6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1E22356-F6FD-42B6-87EB-B46FAB58E51D}"/>
              </a:ext>
            </a:extLst>
          </p:cNvPr>
          <p:cNvSpPr>
            <a:spLocks noGrp="1"/>
          </p:cNvSpPr>
          <p:nvPr>
            <p:ph type="sldNum" sz="quarter" idx="12"/>
          </p:nvPr>
        </p:nvSpPr>
        <p:spPr/>
        <p:txBody>
          <a:bodyPr/>
          <a:lstStyle/>
          <a:p>
            <a:fld id="{704A9E49-AB90-4064-A63E-871FD59FDFC1}" type="slidenum">
              <a:rPr lang="en-GB" smtClean="0"/>
              <a:t>‹#›</a:t>
            </a:fld>
            <a:endParaRPr lang="en-GB"/>
          </a:p>
        </p:txBody>
      </p:sp>
    </p:spTree>
    <p:extLst>
      <p:ext uri="{BB962C8B-B14F-4D97-AF65-F5344CB8AC3E}">
        <p14:creationId xmlns:p14="http://schemas.microsoft.com/office/powerpoint/2010/main" val="259046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FEF2069-A5D2-42D6-B50D-B646C1A16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A3E14F4-7AEE-46F5-8199-16AB62B4BC5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210BA75-79AA-4AB9-89DA-EE175410E4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D355A8-6A0A-41A0-AC68-DFAC84EEA884}" type="datetimeFigureOut">
              <a:rPr lang="en-GB" smtClean="0"/>
              <a:t>18/01/2024</a:t>
            </a:fld>
            <a:endParaRPr lang="en-GB"/>
          </a:p>
        </p:txBody>
      </p:sp>
      <p:sp>
        <p:nvSpPr>
          <p:cNvPr id="5" name="Footer Placeholder 4">
            <a:extLst>
              <a:ext uri="{FF2B5EF4-FFF2-40B4-BE49-F238E27FC236}">
                <a16:creationId xmlns:a16="http://schemas.microsoft.com/office/drawing/2014/main" id="{F850F31D-C144-4C3E-899F-E998CBE0AF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6B608FBB-D875-4466-B24A-6EE33E27A26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04A9E49-AB90-4064-A63E-871FD59FDFC1}" type="slidenum">
              <a:rPr lang="en-GB" smtClean="0"/>
              <a:t>‹#›</a:t>
            </a:fld>
            <a:endParaRPr lang="en-GB"/>
          </a:p>
        </p:txBody>
      </p:sp>
    </p:spTree>
    <p:extLst>
      <p:ext uri="{BB962C8B-B14F-4D97-AF65-F5344CB8AC3E}">
        <p14:creationId xmlns:p14="http://schemas.microsoft.com/office/powerpoint/2010/main" val="30700355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https://codewith.mu/en/download"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95E5-444E-4BCF-AC5D-DAC92C93FF9F}"/>
              </a:ext>
            </a:extLst>
          </p:cNvPr>
          <p:cNvSpPr>
            <a:spLocks noGrp="1"/>
          </p:cNvSpPr>
          <p:nvPr>
            <p:ph type="ctrTitle"/>
          </p:nvPr>
        </p:nvSpPr>
        <p:spPr/>
        <p:txBody>
          <a:bodyPr/>
          <a:lstStyle/>
          <a:p>
            <a:r>
              <a:rPr lang="en-GB" dirty="0" err="1"/>
              <a:t>Giới</a:t>
            </a:r>
            <a:r>
              <a:rPr lang="en-GB" dirty="0"/>
              <a:t> </a:t>
            </a:r>
            <a:r>
              <a:rPr lang="en-GB" dirty="0" err="1"/>
              <a:t>thiệu</a:t>
            </a:r>
            <a:r>
              <a:rPr lang="en-GB" dirty="0"/>
              <a:t> </a:t>
            </a:r>
            <a:r>
              <a:rPr lang="en-GB" dirty="0" err="1"/>
              <a:t>về</a:t>
            </a:r>
            <a:r>
              <a:rPr lang="en-GB" dirty="0"/>
              <a:t> Python</a:t>
            </a:r>
          </a:p>
        </p:txBody>
      </p:sp>
      <p:sp>
        <p:nvSpPr>
          <p:cNvPr id="3" name="Subtitle 2">
            <a:extLst>
              <a:ext uri="{FF2B5EF4-FFF2-40B4-BE49-F238E27FC236}">
                <a16:creationId xmlns:a16="http://schemas.microsoft.com/office/drawing/2014/main" id="{1945C00E-A7B5-45C5-A28F-759E1B1E64DB}"/>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0379634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D161BF-AAD2-431D-A47B-9319B3537B85}"/>
              </a:ext>
            </a:extLst>
          </p:cNvPr>
          <p:cNvSpPr>
            <a:spLocks noGrp="1"/>
          </p:cNvSpPr>
          <p:nvPr>
            <p:ph type="title"/>
          </p:nvPr>
        </p:nvSpPr>
        <p:spPr/>
        <p:txBody>
          <a:bodyPr/>
          <a:lstStyle/>
          <a:p>
            <a:r>
              <a:rPr lang="en-GB" dirty="0" err="1"/>
              <a:t>Nội</a:t>
            </a:r>
            <a:r>
              <a:rPr lang="en-GB" dirty="0"/>
              <a:t> dung </a:t>
            </a:r>
            <a:r>
              <a:rPr lang="en-GB" dirty="0" err="1"/>
              <a:t>chính</a:t>
            </a:r>
            <a:endParaRPr lang="en-GB" dirty="0"/>
          </a:p>
        </p:txBody>
      </p:sp>
      <p:sp>
        <p:nvSpPr>
          <p:cNvPr id="3" name="Content Placeholder 2">
            <a:extLst>
              <a:ext uri="{FF2B5EF4-FFF2-40B4-BE49-F238E27FC236}">
                <a16:creationId xmlns:a16="http://schemas.microsoft.com/office/drawing/2014/main" id="{8D3A76DA-156C-4470-A5A1-2743B675983D}"/>
              </a:ext>
            </a:extLst>
          </p:cNvPr>
          <p:cNvSpPr>
            <a:spLocks noGrp="1"/>
          </p:cNvSpPr>
          <p:nvPr>
            <p:ph idx="1"/>
          </p:nvPr>
        </p:nvSpPr>
        <p:spPr/>
        <p:txBody>
          <a:bodyPr/>
          <a:lstStyle/>
          <a:p>
            <a:r>
              <a:rPr lang="en-GB" dirty="0" err="1"/>
              <a:t>Lịch</a:t>
            </a:r>
            <a:r>
              <a:rPr lang="en-GB" dirty="0"/>
              <a:t> </a:t>
            </a:r>
            <a:r>
              <a:rPr lang="en-GB" dirty="0" err="1"/>
              <a:t>sử</a:t>
            </a:r>
            <a:r>
              <a:rPr lang="en-GB" dirty="0"/>
              <a:t> </a:t>
            </a:r>
            <a:r>
              <a:rPr lang="en-GB" dirty="0" err="1"/>
              <a:t>ra</a:t>
            </a:r>
            <a:r>
              <a:rPr lang="en-GB" dirty="0"/>
              <a:t> </a:t>
            </a:r>
            <a:r>
              <a:rPr lang="en-GB" dirty="0" err="1"/>
              <a:t>đời</a:t>
            </a:r>
            <a:r>
              <a:rPr lang="en-GB" dirty="0"/>
              <a:t> </a:t>
            </a:r>
            <a:r>
              <a:rPr lang="en-GB" dirty="0" err="1"/>
              <a:t>của</a:t>
            </a:r>
            <a:r>
              <a:rPr lang="en-GB" dirty="0"/>
              <a:t> </a:t>
            </a:r>
            <a:r>
              <a:rPr lang="en-GB" dirty="0" err="1"/>
              <a:t>máy</a:t>
            </a:r>
            <a:r>
              <a:rPr lang="en-GB" dirty="0"/>
              <a:t> </a:t>
            </a:r>
            <a:r>
              <a:rPr lang="en-GB" dirty="0" err="1"/>
              <a:t>tính</a:t>
            </a:r>
            <a:endParaRPr lang="en-GB" dirty="0"/>
          </a:p>
          <a:p>
            <a:r>
              <a:rPr lang="en-GB" dirty="0" err="1"/>
              <a:t>Phần</a:t>
            </a:r>
            <a:r>
              <a:rPr lang="en-GB" dirty="0"/>
              <a:t> </a:t>
            </a:r>
            <a:r>
              <a:rPr lang="en-GB" dirty="0" err="1"/>
              <a:t>mềm</a:t>
            </a:r>
            <a:r>
              <a:rPr lang="en-GB" dirty="0"/>
              <a:t> </a:t>
            </a:r>
            <a:r>
              <a:rPr lang="en-GB" dirty="0" err="1"/>
              <a:t>và</a:t>
            </a:r>
            <a:r>
              <a:rPr lang="en-GB" dirty="0"/>
              <a:t> </a:t>
            </a:r>
            <a:r>
              <a:rPr lang="en-GB" dirty="0" err="1"/>
              <a:t>ngôn</a:t>
            </a:r>
            <a:r>
              <a:rPr lang="en-GB" dirty="0"/>
              <a:t> </a:t>
            </a:r>
            <a:r>
              <a:rPr lang="en-GB" dirty="0" err="1"/>
              <a:t>ngữ</a:t>
            </a:r>
            <a:r>
              <a:rPr lang="en-GB" dirty="0"/>
              <a:t> </a:t>
            </a:r>
            <a:r>
              <a:rPr lang="en-GB" dirty="0" err="1"/>
              <a:t>lập</a:t>
            </a:r>
            <a:r>
              <a:rPr lang="en-GB" dirty="0"/>
              <a:t> </a:t>
            </a:r>
            <a:r>
              <a:rPr lang="en-GB" dirty="0" err="1"/>
              <a:t>trình</a:t>
            </a:r>
            <a:r>
              <a:rPr lang="en-GB" dirty="0"/>
              <a:t> </a:t>
            </a:r>
          </a:p>
          <a:p>
            <a:r>
              <a:rPr lang="en-GB" dirty="0" err="1"/>
              <a:t>Ngôn</a:t>
            </a:r>
            <a:r>
              <a:rPr lang="en-GB" dirty="0"/>
              <a:t> </a:t>
            </a:r>
            <a:r>
              <a:rPr lang="en-GB" dirty="0" err="1"/>
              <a:t>ngữ</a:t>
            </a:r>
            <a:r>
              <a:rPr lang="en-GB" dirty="0"/>
              <a:t> </a:t>
            </a:r>
            <a:r>
              <a:rPr lang="en-GB" dirty="0" err="1"/>
              <a:t>lập</a:t>
            </a:r>
            <a:r>
              <a:rPr lang="en-GB" dirty="0"/>
              <a:t> </a:t>
            </a:r>
            <a:r>
              <a:rPr lang="en-GB" dirty="0" err="1"/>
              <a:t>trình</a:t>
            </a:r>
            <a:r>
              <a:rPr lang="en-GB" dirty="0"/>
              <a:t> Python</a:t>
            </a:r>
          </a:p>
          <a:p>
            <a:r>
              <a:rPr lang="en-GB" dirty="0" err="1"/>
              <a:t>Ứng</a:t>
            </a:r>
            <a:r>
              <a:rPr lang="en-GB" dirty="0"/>
              <a:t> </a:t>
            </a:r>
            <a:r>
              <a:rPr lang="en-GB" dirty="0" err="1"/>
              <a:t>dụng</a:t>
            </a:r>
            <a:r>
              <a:rPr lang="en-GB" dirty="0"/>
              <a:t> </a:t>
            </a:r>
            <a:r>
              <a:rPr lang="en-GB" dirty="0" err="1"/>
              <a:t>của</a:t>
            </a:r>
            <a:r>
              <a:rPr lang="en-GB" dirty="0"/>
              <a:t> </a:t>
            </a:r>
            <a:r>
              <a:rPr lang="en-GB" dirty="0" err="1"/>
              <a:t>ngôn</a:t>
            </a:r>
            <a:r>
              <a:rPr lang="en-GB" dirty="0"/>
              <a:t> </a:t>
            </a:r>
            <a:r>
              <a:rPr lang="en-GB" dirty="0" err="1"/>
              <a:t>ngữ</a:t>
            </a:r>
            <a:r>
              <a:rPr lang="en-GB" dirty="0"/>
              <a:t> </a:t>
            </a:r>
            <a:r>
              <a:rPr lang="en-GB" dirty="0" err="1"/>
              <a:t>lập</a:t>
            </a:r>
            <a:r>
              <a:rPr lang="en-GB" dirty="0"/>
              <a:t> </a:t>
            </a:r>
            <a:r>
              <a:rPr lang="en-GB" dirty="0" err="1"/>
              <a:t>trình</a:t>
            </a:r>
            <a:r>
              <a:rPr lang="en-GB" dirty="0"/>
              <a:t> Python</a:t>
            </a:r>
          </a:p>
          <a:p>
            <a:r>
              <a:rPr lang="en-GB" dirty="0" err="1"/>
              <a:t>Môi</a:t>
            </a:r>
            <a:r>
              <a:rPr lang="en-GB" dirty="0"/>
              <a:t> </a:t>
            </a:r>
            <a:r>
              <a:rPr lang="en-GB" dirty="0" err="1"/>
              <a:t>trường</a:t>
            </a:r>
            <a:r>
              <a:rPr lang="en-GB" dirty="0"/>
              <a:t> </a:t>
            </a:r>
            <a:r>
              <a:rPr lang="en-GB" dirty="0" err="1"/>
              <a:t>lập</a:t>
            </a:r>
            <a:r>
              <a:rPr lang="en-GB" dirty="0"/>
              <a:t> </a:t>
            </a:r>
            <a:r>
              <a:rPr lang="en-GB" dirty="0" err="1"/>
              <a:t>trình</a:t>
            </a:r>
            <a:r>
              <a:rPr lang="en-GB" dirty="0"/>
              <a:t> Python</a:t>
            </a:r>
          </a:p>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Tree>
    <p:extLst>
      <p:ext uri="{BB962C8B-B14F-4D97-AF65-F5344CB8AC3E}">
        <p14:creationId xmlns:p14="http://schemas.microsoft.com/office/powerpoint/2010/main" val="94219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84620-8B07-4F5E-AE78-76E4B5F398E9}"/>
              </a:ext>
            </a:extLst>
          </p:cNvPr>
          <p:cNvSpPr>
            <a:spLocks noGrp="1"/>
          </p:cNvSpPr>
          <p:nvPr>
            <p:ph type="title"/>
          </p:nvPr>
        </p:nvSpPr>
        <p:spPr/>
        <p:txBody>
          <a:bodyPr/>
          <a:lstStyle/>
          <a:p>
            <a:r>
              <a:rPr lang="en-GB" dirty="0" err="1"/>
              <a:t>Lịch</a:t>
            </a:r>
            <a:r>
              <a:rPr lang="en-GB" dirty="0"/>
              <a:t> </a:t>
            </a:r>
            <a:r>
              <a:rPr lang="en-GB" dirty="0" err="1"/>
              <a:t>sử</a:t>
            </a:r>
            <a:r>
              <a:rPr lang="en-GB" dirty="0"/>
              <a:t> </a:t>
            </a:r>
            <a:r>
              <a:rPr lang="en-GB" dirty="0" err="1"/>
              <a:t>ra</a:t>
            </a:r>
            <a:r>
              <a:rPr lang="en-GB" dirty="0"/>
              <a:t> </a:t>
            </a:r>
            <a:r>
              <a:rPr lang="en-GB" dirty="0" err="1"/>
              <a:t>đời</a:t>
            </a:r>
            <a:r>
              <a:rPr lang="en-GB" dirty="0"/>
              <a:t> </a:t>
            </a:r>
            <a:r>
              <a:rPr lang="en-GB" dirty="0" err="1"/>
              <a:t>của</a:t>
            </a:r>
            <a:r>
              <a:rPr lang="en-GB" dirty="0"/>
              <a:t> </a:t>
            </a:r>
            <a:r>
              <a:rPr lang="en-GB" dirty="0" err="1"/>
              <a:t>máy</a:t>
            </a:r>
            <a:r>
              <a:rPr lang="en-GB" dirty="0"/>
              <a:t> </a:t>
            </a:r>
            <a:r>
              <a:rPr lang="en-GB" dirty="0" err="1"/>
              <a:t>tính</a:t>
            </a:r>
            <a:endParaRPr lang="en-GB" dirty="0"/>
          </a:p>
        </p:txBody>
      </p:sp>
      <p:sp>
        <p:nvSpPr>
          <p:cNvPr id="3" name="Content Placeholder 2">
            <a:extLst>
              <a:ext uri="{FF2B5EF4-FFF2-40B4-BE49-F238E27FC236}">
                <a16:creationId xmlns:a16="http://schemas.microsoft.com/office/drawing/2014/main" id="{547C97B5-E577-4DE9-9EF8-50F07E05F081}"/>
              </a:ext>
            </a:extLst>
          </p:cNvPr>
          <p:cNvSpPr>
            <a:spLocks noGrp="1"/>
          </p:cNvSpPr>
          <p:nvPr>
            <p:ph idx="1"/>
          </p:nvPr>
        </p:nvSpPr>
        <p:spPr>
          <a:xfrm>
            <a:off x="838200" y="1490353"/>
            <a:ext cx="10515600" cy="4686610"/>
          </a:xfrm>
        </p:spPr>
        <p:txBody>
          <a:bodyPr>
            <a:normAutofit/>
          </a:bodyPr>
          <a:lstStyle/>
          <a:p>
            <a:r>
              <a:rPr lang="vi-VN" sz="2600" b="1" i="0" dirty="0">
                <a:solidFill>
                  <a:srgbClr val="333333"/>
                </a:solidFill>
                <a:effectLst/>
                <a:latin typeface="Helvetica Neue"/>
              </a:rPr>
              <a:t>Năm 1801,</a:t>
            </a:r>
            <a:r>
              <a:rPr lang="vi-VN" sz="2600" b="0" i="0" dirty="0">
                <a:solidFill>
                  <a:srgbClr val="333333"/>
                </a:solidFill>
                <a:effectLst/>
                <a:latin typeface="Helvetica Neue"/>
              </a:rPr>
              <a:t> vào thế kỉ 19 nhà phát minh Joseph Marie Jacquard ở Pháp đã sáng chế nên máy dệt gỗ tự động với cơ chế sử dụng các thẻ gỗ đục lỗ. Cơ chế này là nền tảng cho mô hình máy tính đầu tiên.</a:t>
            </a:r>
            <a:endParaRPr lang="en-GB" sz="2600" b="0" i="0" dirty="0">
              <a:solidFill>
                <a:srgbClr val="333333"/>
              </a:solidFill>
              <a:effectLst/>
              <a:latin typeface="Helvetica Neue"/>
            </a:endParaRPr>
          </a:p>
        </p:txBody>
      </p:sp>
      <p:pic>
        <p:nvPicPr>
          <p:cNvPr id="5" name="Picture 4">
            <a:extLst>
              <a:ext uri="{FF2B5EF4-FFF2-40B4-BE49-F238E27FC236}">
                <a16:creationId xmlns:a16="http://schemas.microsoft.com/office/drawing/2014/main" id="{CB468957-2B18-4871-AA62-1F56F142C04B}"/>
              </a:ext>
            </a:extLst>
          </p:cNvPr>
          <p:cNvPicPr>
            <a:picLocks noChangeAspect="1"/>
          </p:cNvPicPr>
          <p:nvPr/>
        </p:nvPicPr>
        <p:blipFill>
          <a:blip r:embed="rId2"/>
          <a:stretch>
            <a:fillRect/>
          </a:stretch>
        </p:blipFill>
        <p:spPr>
          <a:xfrm>
            <a:off x="2582080" y="2634567"/>
            <a:ext cx="6621297" cy="4045373"/>
          </a:xfrm>
          <a:prstGeom prst="rect">
            <a:avLst/>
          </a:prstGeom>
        </p:spPr>
      </p:pic>
    </p:spTree>
    <p:extLst>
      <p:ext uri="{BB962C8B-B14F-4D97-AF65-F5344CB8AC3E}">
        <p14:creationId xmlns:p14="http://schemas.microsoft.com/office/powerpoint/2010/main" val="1332962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84620-8B07-4F5E-AE78-76E4B5F398E9}"/>
              </a:ext>
            </a:extLst>
          </p:cNvPr>
          <p:cNvSpPr>
            <a:spLocks noGrp="1"/>
          </p:cNvSpPr>
          <p:nvPr>
            <p:ph type="title"/>
          </p:nvPr>
        </p:nvSpPr>
        <p:spPr/>
        <p:txBody>
          <a:bodyPr/>
          <a:lstStyle/>
          <a:p>
            <a:r>
              <a:rPr lang="en-GB" dirty="0" err="1"/>
              <a:t>Lịch</a:t>
            </a:r>
            <a:r>
              <a:rPr lang="en-GB" dirty="0"/>
              <a:t> </a:t>
            </a:r>
            <a:r>
              <a:rPr lang="en-GB" dirty="0" err="1"/>
              <a:t>sử</a:t>
            </a:r>
            <a:r>
              <a:rPr lang="en-GB" dirty="0"/>
              <a:t> </a:t>
            </a:r>
            <a:r>
              <a:rPr lang="en-GB" dirty="0" err="1"/>
              <a:t>ra</a:t>
            </a:r>
            <a:r>
              <a:rPr lang="en-GB" dirty="0"/>
              <a:t> </a:t>
            </a:r>
            <a:r>
              <a:rPr lang="en-GB" dirty="0" err="1"/>
              <a:t>đời</a:t>
            </a:r>
            <a:r>
              <a:rPr lang="en-GB" dirty="0"/>
              <a:t> </a:t>
            </a:r>
            <a:r>
              <a:rPr lang="en-GB" dirty="0" err="1"/>
              <a:t>của</a:t>
            </a:r>
            <a:r>
              <a:rPr lang="en-GB" dirty="0"/>
              <a:t> </a:t>
            </a:r>
            <a:r>
              <a:rPr lang="en-GB" dirty="0" err="1"/>
              <a:t>máy</a:t>
            </a:r>
            <a:r>
              <a:rPr lang="en-GB" dirty="0"/>
              <a:t> </a:t>
            </a:r>
            <a:r>
              <a:rPr lang="en-GB" dirty="0" err="1"/>
              <a:t>tính</a:t>
            </a:r>
            <a:endParaRPr lang="en-GB" dirty="0"/>
          </a:p>
        </p:txBody>
      </p:sp>
      <p:sp>
        <p:nvSpPr>
          <p:cNvPr id="3" name="Content Placeholder 2">
            <a:extLst>
              <a:ext uri="{FF2B5EF4-FFF2-40B4-BE49-F238E27FC236}">
                <a16:creationId xmlns:a16="http://schemas.microsoft.com/office/drawing/2014/main" id="{547C97B5-E577-4DE9-9EF8-50F07E05F081}"/>
              </a:ext>
            </a:extLst>
          </p:cNvPr>
          <p:cNvSpPr>
            <a:spLocks noGrp="1"/>
          </p:cNvSpPr>
          <p:nvPr>
            <p:ph idx="1"/>
          </p:nvPr>
        </p:nvSpPr>
        <p:spPr/>
        <p:txBody>
          <a:bodyPr/>
          <a:lstStyle/>
          <a:p>
            <a:r>
              <a:rPr lang="vi-VN" b="1" i="0" dirty="0">
                <a:solidFill>
                  <a:srgbClr val="333333"/>
                </a:solidFill>
                <a:effectLst/>
                <a:latin typeface="Helvetica Neue"/>
              </a:rPr>
              <a:t>Năm 1936</a:t>
            </a:r>
            <a:r>
              <a:rPr lang="vi-VN" b="0" i="0" dirty="0">
                <a:solidFill>
                  <a:srgbClr val="333333"/>
                </a:solidFill>
                <a:effectLst/>
                <a:latin typeface="Helvetica Neue"/>
              </a:rPr>
              <a:t>, Alan Turing, nhà toán học người Anh đã lên ý tưởng một cỗ máy vạn năng, sau này gọi là cỗ máy Turing</a:t>
            </a:r>
            <a:r>
              <a:rPr lang="en-GB" b="0" i="0" dirty="0">
                <a:solidFill>
                  <a:srgbClr val="333333"/>
                </a:solidFill>
                <a:effectLst/>
                <a:latin typeface="Helvetica Neue"/>
              </a:rPr>
              <a:t>.</a:t>
            </a:r>
            <a:endParaRPr lang="en-GB" dirty="0">
              <a:solidFill>
                <a:srgbClr val="333333"/>
              </a:solidFill>
              <a:latin typeface="Helvetica Neue"/>
            </a:endParaRPr>
          </a:p>
        </p:txBody>
      </p:sp>
      <p:pic>
        <p:nvPicPr>
          <p:cNvPr id="5" name="Picture 4">
            <a:extLst>
              <a:ext uri="{FF2B5EF4-FFF2-40B4-BE49-F238E27FC236}">
                <a16:creationId xmlns:a16="http://schemas.microsoft.com/office/drawing/2014/main" id="{91F7D305-53C9-4323-83CF-8689DF3FC776}"/>
              </a:ext>
            </a:extLst>
          </p:cNvPr>
          <p:cNvPicPr>
            <a:picLocks noChangeAspect="1"/>
          </p:cNvPicPr>
          <p:nvPr/>
        </p:nvPicPr>
        <p:blipFill>
          <a:blip r:embed="rId2"/>
          <a:stretch>
            <a:fillRect/>
          </a:stretch>
        </p:blipFill>
        <p:spPr>
          <a:xfrm>
            <a:off x="2805774" y="2687145"/>
            <a:ext cx="6415415" cy="3982571"/>
          </a:xfrm>
          <a:prstGeom prst="rect">
            <a:avLst/>
          </a:prstGeom>
        </p:spPr>
      </p:pic>
    </p:spTree>
    <p:extLst>
      <p:ext uri="{BB962C8B-B14F-4D97-AF65-F5344CB8AC3E}">
        <p14:creationId xmlns:p14="http://schemas.microsoft.com/office/powerpoint/2010/main" val="3623498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84620-8B07-4F5E-AE78-76E4B5F398E9}"/>
              </a:ext>
            </a:extLst>
          </p:cNvPr>
          <p:cNvSpPr>
            <a:spLocks noGrp="1"/>
          </p:cNvSpPr>
          <p:nvPr>
            <p:ph type="title"/>
          </p:nvPr>
        </p:nvSpPr>
        <p:spPr/>
        <p:txBody>
          <a:bodyPr/>
          <a:lstStyle/>
          <a:p>
            <a:r>
              <a:rPr lang="en-GB" dirty="0" err="1"/>
              <a:t>Lịch</a:t>
            </a:r>
            <a:r>
              <a:rPr lang="en-GB" dirty="0"/>
              <a:t> </a:t>
            </a:r>
            <a:r>
              <a:rPr lang="en-GB" dirty="0" err="1"/>
              <a:t>sử</a:t>
            </a:r>
            <a:r>
              <a:rPr lang="en-GB" dirty="0"/>
              <a:t> </a:t>
            </a:r>
            <a:r>
              <a:rPr lang="en-GB" dirty="0" err="1"/>
              <a:t>ra</a:t>
            </a:r>
            <a:r>
              <a:rPr lang="en-GB" dirty="0"/>
              <a:t> </a:t>
            </a:r>
            <a:r>
              <a:rPr lang="en-GB" dirty="0" err="1"/>
              <a:t>đời</a:t>
            </a:r>
            <a:r>
              <a:rPr lang="en-GB" dirty="0"/>
              <a:t> </a:t>
            </a:r>
            <a:r>
              <a:rPr lang="en-GB" dirty="0" err="1"/>
              <a:t>của</a:t>
            </a:r>
            <a:r>
              <a:rPr lang="en-GB" dirty="0"/>
              <a:t> </a:t>
            </a:r>
            <a:r>
              <a:rPr lang="en-GB" dirty="0" err="1"/>
              <a:t>máy</a:t>
            </a:r>
            <a:r>
              <a:rPr lang="en-GB" dirty="0"/>
              <a:t> </a:t>
            </a:r>
            <a:r>
              <a:rPr lang="en-GB" dirty="0" err="1"/>
              <a:t>tính</a:t>
            </a:r>
            <a:endParaRPr lang="en-GB" dirty="0"/>
          </a:p>
        </p:txBody>
      </p:sp>
      <p:sp>
        <p:nvSpPr>
          <p:cNvPr id="3" name="Content Placeholder 2">
            <a:extLst>
              <a:ext uri="{FF2B5EF4-FFF2-40B4-BE49-F238E27FC236}">
                <a16:creationId xmlns:a16="http://schemas.microsoft.com/office/drawing/2014/main" id="{547C97B5-E577-4DE9-9EF8-50F07E05F081}"/>
              </a:ext>
            </a:extLst>
          </p:cNvPr>
          <p:cNvSpPr>
            <a:spLocks noGrp="1"/>
          </p:cNvSpPr>
          <p:nvPr>
            <p:ph idx="1"/>
          </p:nvPr>
        </p:nvSpPr>
        <p:spPr/>
        <p:txBody>
          <a:bodyPr>
            <a:normAutofit/>
          </a:bodyPr>
          <a:lstStyle/>
          <a:p>
            <a:r>
              <a:rPr lang="vi-VN" sz="2000" b="1" i="0" dirty="0">
                <a:solidFill>
                  <a:srgbClr val="333333"/>
                </a:solidFill>
                <a:effectLst/>
                <a:latin typeface="Helvetica Neue"/>
              </a:rPr>
              <a:t>Năm 1943-1944, </a:t>
            </a:r>
            <a:r>
              <a:rPr lang="vi-VN" sz="2000" b="0" i="0" dirty="0">
                <a:solidFill>
                  <a:srgbClr val="333333"/>
                </a:solidFill>
                <a:effectLst/>
                <a:latin typeface="Helvetica Neue"/>
              </a:rPr>
              <a:t>hai vị giáo sư đến từ đại học Pennsylvania của Mỹ, John Mauchly và J. Presper Eckert, đã hợp tác tạo ra thiết bị tích phân và tính toán số học điện tử hay còn gọi là ENIAC (Electronic Numerical Integrator and Calculator).</a:t>
            </a:r>
            <a:endParaRPr lang="en-GB" sz="2000" dirty="0"/>
          </a:p>
        </p:txBody>
      </p:sp>
      <p:pic>
        <p:nvPicPr>
          <p:cNvPr id="5" name="Picture 4">
            <a:extLst>
              <a:ext uri="{FF2B5EF4-FFF2-40B4-BE49-F238E27FC236}">
                <a16:creationId xmlns:a16="http://schemas.microsoft.com/office/drawing/2014/main" id="{F24D3EB8-8A03-4F32-B2AE-549F9319D3E1}"/>
              </a:ext>
            </a:extLst>
          </p:cNvPr>
          <p:cNvPicPr>
            <a:picLocks noChangeAspect="1"/>
          </p:cNvPicPr>
          <p:nvPr/>
        </p:nvPicPr>
        <p:blipFill>
          <a:blip r:embed="rId2"/>
          <a:stretch>
            <a:fillRect/>
          </a:stretch>
        </p:blipFill>
        <p:spPr>
          <a:xfrm>
            <a:off x="2618510" y="2703440"/>
            <a:ext cx="6721434" cy="3817775"/>
          </a:xfrm>
          <a:prstGeom prst="rect">
            <a:avLst/>
          </a:prstGeom>
        </p:spPr>
      </p:pic>
    </p:spTree>
    <p:extLst>
      <p:ext uri="{BB962C8B-B14F-4D97-AF65-F5344CB8AC3E}">
        <p14:creationId xmlns:p14="http://schemas.microsoft.com/office/powerpoint/2010/main" val="24160578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867FA-FB1F-4021-A3F7-3AFBF39D1C73}"/>
              </a:ext>
            </a:extLst>
          </p:cNvPr>
          <p:cNvSpPr>
            <a:spLocks noGrp="1"/>
          </p:cNvSpPr>
          <p:nvPr>
            <p:ph type="title"/>
          </p:nvPr>
        </p:nvSpPr>
        <p:spPr/>
        <p:txBody>
          <a:bodyPr/>
          <a:lstStyle/>
          <a:p>
            <a:r>
              <a:rPr lang="en-GB" dirty="0" err="1"/>
              <a:t>Phần</a:t>
            </a:r>
            <a:r>
              <a:rPr lang="en-GB" dirty="0"/>
              <a:t> </a:t>
            </a:r>
            <a:r>
              <a:rPr lang="en-GB" dirty="0" err="1"/>
              <a:t>mềm</a:t>
            </a:r>
            <a:r>
              <a:rPr lang="en-GB" dirty="0"/>
              <a:t> </a:t>
            </a:r>
            <a:r>
              <a:rPr lang="en-GB" dirty="0" err="1"/>
              <a:t>là</a:t>
            </a:r>
            <a:r>
              <a:rPr lang="en-GB" dirty="0"/>
              <a:t> </a:t>
            </a:r>
            <a:r>
              <a:rPr lang="en-GB" dirty="0" err="1"/>
              <a:t>gì</a:t>
            </a:r>
            <a:r>
              <a:rPr lang="en-GB" dirty="0"/>
              <a:t>?</a:t>
            </a:r>
          </a:p>
        </p:txBody>
      </p:sp>
      <p:sp>
        <p:nvSpPr>
          <p:cNvPr id="3" name="Content Placeholder 2">
            <a:extLst>
              <a:ext uri="{FF2B5EF4-FFF2-40B4-BE49-F238E27FC236}">
                <a16:creationId xmlns:a16="http://schemas.microsoft.com/office/drawing/2014/main" id="{F9A8AAD2-3D65-4FDD-9CFF-E39439F68496}"/>
              </a:ext>
            </a:extLst>
          </p:cNvPr>
          <p:cNvSpPr>
            <a:spLocks noGrp="1"/>
          </p:cNvSpPr>
          <p:nvPr>
            <p:ph idx="1"/>
          </p:nvPr>
        </p:nvSpPr>
        <p:spPr/>
        <p:txBody>
          <a:bodyPr/>
          <a:lstStyle/>
          <a:p>
            <a:r>
              <a:rPr lang="vi-VN" b="0" i="0" dirty="0">
                <a:solidFill>
                  <a:srgbClr val="374151"/>
                </a:solidFill>
                <a:effectLst/>
                <a:latin typeface="Söhne"/>
              </a:rPr>
              <a:t>Phần mềm là một thuật ngữ mà chúng ta sử dụng để chỉ các chương trình máy tính, tập hợp các hướng dẫn và dữ liệu mà máy tính có thể thực hiện các nhiệm vụ cụ thể</a:t>
            </a:r>
            <a:r>
              <a:rPr lang="en-GB" b="0" i="0" dirty="0">
                <a:solidFill>
                  <a:srgbClr val="374151"/>
                </a:solidFill>
                <a:effectLst/>
                <a:latin typeface="Söhne"/>
              </a:rPr>
              <a:t> </a:t>
            </a:r>
            <a:r>
              <a:rPr lang="en-GB" b="0" i="0" dirty="0" err="1">
                <a:solidFill>
                  <a:srgbClr val="374151"/>
                </a:solidFill>
                <a:effectLst/>
                <a:latin typeface="Söhne"/>
              </a:rPr>
              <a:t>mà</a:t>
            </a:r>
            <a:r>
              <a:rPr lang="en-GB" b="0" i="0" dirty="0">
                <a:solidFill>
                  <a:srgbClr val="374151"/>
                </a:solidFill>
                <a:effectLst/>
                <a:latin typeface="Söhne"/>
              </a:rPr>
              <a:t> con </a:t>
            </a:r>
            <a:r>
              <a:rPr lang="en-GB" b="0" i="0" dirty="0" err="1">
                <a:solidFill>
                  <a:srgbClr val="374151"/>
                </a:solidFill>
                <a:effectLst/>
                <a:latin typeface="Söhne"/>
              </a:rPr>
              <a:t>người</a:t>
            </a:r>
            <a:r>
              <a:rPr lang="en-GB" b="0" i="0" dirty="0">
                <a:solidFill>
                  <a:srgbClr val="374151"/>
                </a:solidFill>
                <a:effectLst/>
                <a:latin typeface="Söhne"/>
              </a:rPr>
              <a:t> </a:t>
            </a:r>
            <a:r>
              <a:rPr lang="en-GB" b="0" i="0" dirty="0" err="1">
                <a:solidFill>
                  <a:srgbClr val="374151"/>
                </a:solidFill>
                <a:effectLst/>
                <a:latin typeface="Söhne"/>
              </a:rPr>
              <a:t>giao</a:t>
            </a:r>
            <a:r>
              <a:rPr lang="en-GB" b="0" i="0" dirty="0">
                <a:solidFill>
                  <a:srgbClr val="374151"/>
                </a:solidFill>
                <a:effectLst/>
                <a:latin typeface="Söhne"/>
              </a:rPr>
              <a:t> </a:t>
            </a:r>
            <a:r>
              <a:rPr lang="en-GB" b="0" i="0" dirty="0" err="1">
                <a:solidFill>
                  <a:srgbClr val="374151"/>
                </a:solidFill>
                <a:effectLst/>
                <a:latin typeface="Söhne"/>
              </a:rPr>
              <a:t>cho</a:t>
            </a:r>
            <a:r>
              <a:rPr lang="en-GB" b="0" i="0" dirty="0">
                <a:solidFill>
                  <a:srgbClr val="374151"/>
                </a:solidFill>
                <a:effectLst/>
                <a:latin typeface="Söhne"/>
              </a:rPr>
              <a:t> </a:t>
            </a:r>
            <a:r>
              <a:rPr lang="en-GB" b="0" i="0" dirty="0" err="1">
                <a:solidFill>
                  <a:srgbClr val="374151"/>
                </a:solidFill>
                <a:effectLst/>
                <a:latin typeface="Söhne"/>
              </a:rPr>
              <a:t>máy</a:t>
            </a:r>
            <a:r>
              <a:rPr lang="en-GB" b="0" i="0" dirty="0">
                <a:solidFill>
                  <a:srgbClr val="374151"/>
                </a:solidFill>
                <a:effectLst/>
                <a:latin typeface="Söhne"/>
              </a:rPr>
              <a:t> </a:t>
            </a:r>
            <a:r>
              <a:rPr lang="en-GB" b="0" i="0" dirty="0" err="1">
                <a:solidFill>
                  <a:srgbClr val="374151"/>
                </a:solidFill>
                <a:effectLst/>
                <a:latin typeface="Söhne"/>
              </a:rPr>
              <a:t>tính</a:t>
            </a:r>
            <a:r>
              <a:rPr lang="en-GB" b="0" i="0" dirty="0">
                <a:solidFill>
                  <a:srgbClr val="374151"/>
                </a:solidFill>
                <a:effectLst/>
                <a:latin typeface="Söhne"/>
              </a:rPr>
              <a:t>.</a:t>
            </a:r>
          </a:p>
          <a:p>
            <a:r>
              <a:rPr lang="en-GB" dirty="0" err="1">
                <a:solidFill>
                  <a:srgbClr val="374151"/>
                </a:solidFill>
                <a:latin typeface="Söhne"/>
              </a:rPr>
              <a:t>Ví</a:t>
            </a:r>
            <a:r>
              <a:rPr lang="en-GB" dirty="0">
                <a:solidFill>
                  <a:srgbClr val="374151"/>
                </a:solidFill>
                <a:latin typeface="Söhne"/>
              </a:rPr>
              <a:t> </a:t>
            </a:r>
            <a:r>
              <a:rPr lang="en-GB" dirty="0" err="1">
                <a:solidFill>
                  <a:srgbClr val="374151"/>
                </a:solidFill>
                <a:latin typeface="Söhne"/>
              </a:rPr>
              <a:t>dụ</a:t>
            </a:r>
            <a:r>
              <a:rPr lang="en-GB" dirty="0">
                <a:solidFill>
                  <a:srgbClr val="374151"/>
                </a:solidFill>
                <a:latin typeface="Söhne"/>
              </a:rPr>
              <a:t> </a:t>
            </a:r>
            <a:r>
              <a:rPr lang="en-GB" dirty="0" err="1">
                <a:solidFill>
                  <a:srgbClr val="374151"/>
                </a:solidFill>
                <a:latin typeface="Söhne"/>
              </a:rPr>
              <a:t>về</a:t>
            </a:r>
            <a:r>
              <a:rPr lang="en-GB" dirty="0">
                <a:solidFill>
                  <a:srgbClr val="374151"/>
                </a:solidFill>
                <a:latin typeface="Söhne"/>
              </a:rPr>
              <a:t> </a:t>
            </a:r>
            <a:r>
              <a:rPr lang="en-GB" dirty="0" err="1">
                <a:solidFill>
                  <a:srgbClr val="374151"/>
                </a:solidFill>
                <a:latin typeface="Söhne"/>
              </a:rPr>
              <a:t>phần</a:t>
            </a:r>
            <a:r>
              <a:rPr lang="en-GB" dirty="0">
                <a:solidFill>
                  <a:srgbClr val="374151"/>
                </a:solidFill>
                <a:latin typeface="Söhne"/>
              </a:rPr>
              <a:t> </a:t>
            </a:r>
            <a:r>
              <a:rPr lang="en-GB" dirty="0" err="1">
                <a:solidFill>
                  <a:srgbClr val="374151"/>
                </a:solidFill>
                <a:latin typeface="Söhne"/>
              </a:rPr>
              <a:t>mềm</a:t>
            </a:r>
            <a:r>
              <a:rPr lang="en-GB" dirty="0">
                <a:solidFill>
                  <a:srgbClr val="374151"/>
                </a:solidFill>
                <a:latin typeface="Söhne"/>
              </a:rPr>
              <a:t>: Word, Excel, Chrome, Game….</a:t>
            </a:r>
            <a:endParaRPr lang="en-GB" dirty="0"/>
          </a:p>
        </p:txBody>
      </p:sp>
    </p:spTree>
    <p:extLst>
      <p:ext uri="{BB962C8B-B14F-4D97-AF65-F5344CB8AC3E}">
        <p14:creationId xmlns:p14="http://schemas.microsoft.com/office/powerpoint/2010/main" val="2808405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9FB22-A657-4992-AE59-9A8A9226CEB8}"/>
              </a:ext>
            </a:extLst>
          </p:cNvPr>
          <p:cNvSpPr>
            <a:spLocks noGrp="1"/>
          </p:cNvSpPr>
          <p:nvPr>
            <p:ph type="title"/>
          </p:nvPr>
        </p:nvSpPr>
        <p:spPr/>
        <p:txBody>
          <a:bodyPr/>
          <a:lstStyle/>
          <a:p>
            <a:r>
              <a:rPr lang="en-GB" dirty="0" err="1"/>
              <a:t>Ngôn</a:t>
            </a:r>
            <a:r>
              <a:rPr lang="en-GB" dirty="0"/>
              <a:t> </a:t>
            </a:r>
            <a:r>
              <a:rPr lang="en-GB" dirty="0" err="1"/>
              <a:t>ngữ</a:t>
            </a:r>
            <a:r>
              <a:rPr lang="en-GB" dirty="0"/>
              <a:t> </a:t>
            </a:r>
            <a:r>
              <a:rPr lang="en-GB" dirty="0" err="1"/>
              <a:t>lập</a:t>
            </a:r>
            <a:r>
              <a:rPr lang="en-GB" dirty="0"/>
              <a:t> </a:t>
            </a:r>
            <a:r>
              <a:rPr lang="en-GB" dirty="0" err="1"/>
              <a:t>trình</a:t>
            </a:r>
            <a:r>
              <a:rPr lang="en-GB" dirty="0"/>
              <a:t> </a:t>
            </a:r>
            <a:r>
              <a:rPr lang="en-GB" dirty="0" err="1"/>
              <a:t>là</a:t>
            </a:r>
            <a:r>
              <a:rPr lang="en-GB" dirty="0"/>
              <a:t> </a:t>
            </a:r>
            <a:r>
              <a:rPr lang="en-GB" dirty="0" err="1"/>
              <a:t>gì</a:t>
            </a:r>
            <a:r>
              <a:rPr lang="en-GB" dirty="0"/>
              <a:t>?</a:t>
            </a:r>
          </a:p>
        </p:txBody>
      </p:sp>
      <p:sp>
        <p:nvSpPr>
          <p:cNvPr id="3" name="Content Placeholder 2">
            <a:extLst>
              <a:ext uri="{FF2B5EF4-FFF2-40B4-BE49-F238E27FC236}">
                <a16:creationId xmlns:a16="http://schemas.microsoft.com/office/drawing/2014/main" id="{81645257-9E30-49A0-A103-0EB5D07C39C9}"/>
              </a:ext>
            </a:extLst>
          </p:cNvPr>
          <p:cNvSpPr>
            <a:spLocks noGrp="1"/>
          </p:cNvSpPr>
          <p:nvPr>
            <p:ph idx="1"/>
          </p:nvPr>
        </p:nvSpPr>
        <p:spPr/>
        <p:txBody>
          <a:bodyPr/>
          <a:lstStyle/>
          <a:p>
            <a:r>
              <a:rPr lang="vi-VN" b="0" i="0" dirty="0">
                <a:solidFill>
                  <a:srgbClr val="374151"/>
                </a:solidFill>
                <a:effectLst/>
                <a:latin typeface="Söhne"/>
              </a:rPr>
              <a:t>Ngôn ngữ lập trình là một hệ thống ký hiệu và quy tắc được thiết kế để cho phép máy tính hiểu và thực hiện các chương trình máy tính. Nó</a:t>
            </a:r>
            <a:r>
              <a:rPr lang="en-GB" b="0" i="0" dirty="0">
                <a:solidFill>
                  <a:srgbClr val="374151"/>
                </a:solidFill>
                <a:effectLst/>
                <a:latin typeface="Söhne"/>
              </a:rPr>
              <a:t> </a:t>
            </a:r>
            <a:r>
              <a:rPr lang="en-GB" b="0" i="0" dirty="0" err="1">
                <a:solidFill>
                  <a:srgbClr val="374151"/>
                </a:solidFill>
                <a:effectLst/>
                <a:latin typeface="Söhne"/>
              </a:rPr>
              <a:t>giúp</a:t>
            </a:r>
            <a:r>
              <a:rPr lang="en-GB" b="0" i="0" dirty="0">
                <a:solidFill>
                  <a:srgbClr val="374151"/>
                </a:solidFill>
                <a:effectLst/>
                <a:latin typeface="Söhne"/>
              </a:rPr>
              <a:t> con </a:t>
            </a:r>
            <a:r>
              <a:rPr lang="en-GB" b="0" i="0" dirty="0" err="1">
                <a:solidFill>
                  <a:srgbClr val="374151"/>
                </a:solidFill>
                <a:effectLst/>
                <a:latin typeface="Söhne"/>
              </a:rPr>
              <a:t>người</a:t>
            </a:r>
            <a:r>
              <a:rPr lang="en-GB" b="0" i="0" dirty="0">
                <a:solidFill>
                  <a:srgbClr val="374151"/>
                </a:solidFill>
                <a:effectLst/>
                <a:latin typeface="Söhne"/>
              </a:rPr>
              <a:t> </a:t>
            </a:r>
            <a:r>
              <a:rPr lang="en-GB" b="0" i="0" dirty="0" err="1">
                <a:solidFill>
                  <a:srgbClr val="374151"/>
                </a:solidFill>
                <a:effectLst/>
                <a:latin typeface="Söhne"/>
              </a:rPr>
              <a:t>có</a:t>
            </a:r>
            <a:r>
              <a:rPr lang="en-GB" b="0" i="0" dirty="0">
                <a:solidFill>
                  <a:srgbClr val="374151"/>
                </a:solidFill>
                <a:effectLst/>
                <a:latin typeface="Söhne"/>
              </a:rPr>
              <a:t> </a:t>
            </a:r>
            <a:r>
              <a:rPr lang="en-GB" b="0" i="0" dirty="0" err="1">
                <a:solidFill>
                  <a:srgbClr val="374151"/>
                </a:solidFill>
                <a:effectLst/>
                <a:latin typeface="Söhne"/>
              </a:rPr>
              <a:t>thể</a:t>
            </a:r>
            <a:r>
              <a:rPr lang="en-GB" b="0" i="0" dirty="0">
                <a:solidFill>
                  <a:srgbClr val="374151"/>
                </a:solidFill>
                <a:effectLst/>
                <a:latin typeface="Söhne"/>
              </a:rPr>
              <a:t> </a:t>
            </a:r>
            <a:r>
              <a:rPr lang="en-GB" b="0" i="0" dirty="0" err="1">
                <a:solidFill>
                  <a:srgbClr val="374151"/>
                </a:solidFill>
                <a:effectLst/>
                <a:latin typeface="Söhne"/>
              </a:rPr>
              <a:t>giao</a:t>
            </a:r>
            <a:r>
              <a:rPr lang="en-GB" b="0" i="0" dirty="0">
                <a:solidFill>
                  <a:srgbClr val="374151"/>
                </a:solidFill>
                <a:effectLst/>
                <a:latin typeface="Söhne"/>
              </a:rPr>
              <a:t> </a:t>
            </a:r>
            <a:r>
              <a:rPr lang="en-GB" b="0" i="0" dirty="0" err="1">
                <a:solidFill>
                  <a:srgbClr val="374151"/>
                </a:solidFill>
                <a:effectLst/>
                <a:latin typeface="Söhne"/>
              </a:rPr>
              <a:t>tiếp</a:t>
            </a:r>
            <a:r>
              <a:rPr lang="en-GB" b="0" i="0" dirty="0">
                <a:solidFill>
                  <a:srgbClr val="374151"/>
                </a:solidFill>
                <a:effectLst/>
                <a:latin typeface="Söhne"/>
              </a:rPr>
              <a:t> </a:t>
            </a:r>
            <a:r>
              <a:rPr lang="en-GB" b="0" i="0" dirty="0" err="1">
                <a:solidFill>
                  <a:srgbClr val="374151"/>
                </a:solidFill>
                <a:effectLst/>
                <a:latin typeface="Söhne"/>
              </a:rPr>
              <a:t>và</a:t>
            </a:r>
            <a:r>
              <a:rPr lang="en-GB" b="0" i="0" dirty="0">
                <a:solidFill>
                  <a:srgbClr val="374151"/>
                </a:solidFill>
                <a:effectLst/>
                <a:latin typeface="Söhne"/>
              </a:rPr>
              <a:t> </a:t>
            </a:r>
            <a:r>
              <a:rPr lang="en-GB" b="0" i="0" dirty="0" err="1">
                <a:solidFill>
                  <a:srgbClr val="374151"/>
                </a:solidFill>
                <a:effectLst/>
                <a:latin typeface="Söhne"/>
              </a:rPr>
              <a:t>ra</a:t>
            </a:r>
            <a:r>
              <a:rPr lang="en-GB" b="0" i="0" dirty="0">
                <a:solidFill>
                  <a:srgbClr val="374151"/>
                </a:solidFill>
                <a:effectLst/>
                <a:latin typeface="Söhne"/>
              </a:rPr>
              <a:t> </a:t>
            </a:r>
            <a:r>
              <a:rPr lang="en-GB" b="0" i="0" dirty="0" err="1">
                <a:solidFill>
                  <a:srgbClr val="374151"/>
                </a:solidFill>
                <a:effectLst/>
                <a:latin typeface="Söhne"/>
              </a:rPr>
              <a:t>lệnh</a:t>
            </a:r>
            <a:r>
              <a:rPr lang="en-GB" b="0" i="0" dirty="0">
                <a:solidFill>
                  <a:srgbClr val="374151"/>
                </a:solidFill>
                <a:effectLst/>
                <a:latin typeface="Söhne"/>
              </a:rPr>
              <a:t> </a:t>
            </a:r>
            <a:r>
              <a:rPr lang="en-GB" b="0" i="0" dirty="0" err="1">
                <a:solidFill>
                  <a:srgbClr val="374151"/>
                </a:solidFill>
                <a:effectLst/>
                <a:latin typeface="Söhne"/>
              </a:rPr>
              <a:t>cho</a:t>
            </a:r>
            <a:r>
              <a:rPr lang="en-GB" b="0" i="0" dirty="0">
                <a:solidFill>
                  <a:srgbClr val="374151"/>
                </a:solidFill>
                <a:effectLst/>
                <a:latin typeface="Söhne"/>
              </a:rPr>
              <a:t> </a:t>
            </a:r>
            <a:r>
              <a:rPr lang="en-GB" b="0" i="0" dirty="0" err="1">
                <a:solidFill>
                  <a:srgbClr val="374151"/>
                </a:solidFill>
                <a:effectLst/>
                <a:latin typeface="Söhne"/>
              </a:rPr>
              <a:t>máy</a:t>
            </a:r>
            <a:r>
              <a:rPr lang="en-GB" b="0" i="0" dirty="0">
                <a:solidFill>
                  <a:srgbClr val="374151"/>
                </a:solidFill>
                <a:effectLst/>
                <a:latin typeface="Söhne"/>
              </a:rPr>
              <a:t> </a:t>
            </a:r>
            <a:r>
              <a:rPr lang="en-GB" b="0" i="0" dirty="0" err="1">
                <a:solidFill>
                  <a:srgbClr val="374151"/>
                </a:solidFill>
                <a:effectLst/>
                <a:latin typeface="Söhne"/>
              </a:rPr>
              <a:t>tính</a:t>
            </a:r>
            <a:r>
              <a:rPr lang="en-GB" b="0" i="0" dirty="0">
                <a:solidFill>
                  <a:srgbClr val="374151"/>
                </a:solidFill>
                <a:effectLst/>
                <a:latin typeface="Söhne"/>
              </a:rPr>
              <a:t> </a:t>
            </a:r>
            <a:r>
              <a:rPr lang="en-GB" b="0" i="0" dirty="0" err="1">
                <a:solidFill>
                  <a:srgbClr val="374151"/>
                </a:solidFill>
                <a:effectLst/>
                <a:latin typeface="Söhne"/>
              </a:rPr>
              <a:t>làm</a:t>
            </a:r>
            <a:r>
              <a:rPr lang="en-GB" b="0" i="0" dirty="0">
                <a:solidFill>
                  <a:srgbClr val="374151"/>
                </a:solidFill>
                <a:effectLst/>
                <a:latin typeface="Söhne"/>
              </a:rPr>
              <a:t> </a:t>
            </a:r>
            <a:r>
              <a:rPr lang="en-GB" b="0" i="0" dirty="0" err="1">
                <a:solidFill>
                  <a:srgbClr val="374151"/>
                </a:solidFill>
                <a:effectLst/>
                <a:latin typeface="Söhne"/>
              </a:rPr>
              <a:t>việc</a:t>
            </a:r>
            <a:r>
              <a:rPr lang="en-GB" b="0" i="0" dirty="0">
                <a:solidFill>
                  <a:srgbClr val="374151"/>
                </a:solidFill>
                <a:effectLst/>
                <a:latin typeface="Söhne"/>
              </a:rPr>
              <a:t> </a:t>
            </a:r>
            <a:r>
              <a:rPr lang="en-GB" b="0" i="0" dirty="0" err="1">
                <a:solidFill>
                  <a:srgbClr val="374151"/>
                </a:solidFill>
                <a:effectLst/>
                <a:latin typeface="Söhne"/>
              </a:rPr>
              <a:t>theo</a:t>
            </a:r>
            <a:r>
              <a:rPr lang="en-GB" b="0" i="0" dirty="0">
                <a:solidFill>
                  <a:srgbClr val="374151"/>
                </a:solidFill>
                <a:effectLst/>
                <a:latin typeface="Söhne"/>
              </a:rPr>
              <a:t> mong </a:t>
            </a:r>
            <a:r>
              <a:rPr lang="en-GB" b="0" i="0" dirty="0" err="1">
                <a:solidFill>
                  <a:srgbClr val="374151"/>
                </a:solidFill>
                <a:effectLst/>
                <a:latin typeface="Söhne"/>
              </a:rPr>
              <a:t>muốn</a:t>
            </a:r>
            <a:r>
              <a:rPr lang="en-GB" b="0" i="0" dirty="0">
                <a:solidFill>
                  <a:srgbClr val="374151"/>
                </a:solidFill>
                <a:effectLst/>
                <a:latin typeface="Söhne"/>
              </a:rPr>
              <a:t>.</a:t>
            </a:r>
          </a:p>
          <a:p>
            <a:r>
              <a:rPr lang="en-GB" dirty="0" err="1">
                <a:solidFill>
                  <a:srgbClr val="374151"/>
                </a:solidFill>
                <a:latin typeface="Söhne"/>
              </a:rPr>
              <a:t>Một</a:t>
            </a:r>
            <a:r>
              <a:rPr lang="en-GB" dirty="0">
                <a:solidFill>
                  <a:srgbClr val="374151"/>
                </a:solidFill>
                <a:latin typeface="Söhne"/>
              </a:rPr>
              <a:t> </a:t>
            </a:r>
            <a:r>
              <a:rPr lang="en-GB" dirty="0" err="1">
                <a:solidFill>
                  <a:srgbClr val="374151"/>
                </a:solidFill>
                <a:latin typeface="Söhne"/>
              </a:rPr>
              <a:t>số</a:t>
            </a:r>
            <a:r>
              <a:rPr lang="en-GB" dirty="0">
                <a:solidFill>
                  <a:srgbClr val="374151"/>
                </a:solidFill>
                <a:latin typeface="Söhne"/>
              </a:rPr>
              <a:t> </a:t>
            </a:r>
            <a:r>
              <a:rPr lang="en-GB" dirty="0" err="1">
                <a:solidFill>
                  <a:srgbClr val="374151"/>
                </a:solidFill>
                <a:latin typeface="Söhne"/>
              </a:rPr>
              <a:t>ngôn</a:t>
            </a:r>
            <a:r>
              <a:rPr lang="en-GB" dirty="0">
                <a:solidFill>
                  <a:srgbClr val="374151"/>
                </a:solidFill>
                <a:latin typeface="Söhne"/>
              </a:rPr>
              <a:t> </a:t>
            </a:r>
            <a:r>
              <a:rPr lang="en-GB" dirty="0" err="1">
                <a:solidFill>
                  <a:srgbClr val="374151"/>
                </a:solidFill>
                <a:latin typeface="Söhne"/>
              </a:rPr>
              <a:t>ngữ</a:t>
            </a:r>
            <a:r>
              <a:rPr lang="en-GB" dirty="0">
                <a:solidFill>
                  <a:srgbClr val="374151"/>
                </a:solidFill>
                <a:latin typeface="Söhne"/>
              </a:rPr>
              <a:t> </a:t>
            </a:r>
            <a:r>
              <a:rPr lang="en-GB" dirty="0" err="1">
                <a:solidFill>
                  <a:srgbClr val="374151"/>
                </a:solidFill>
                <a:latin typeface="Söhne"/>
              </a:rPr>
              <a:t>lập</a:t>
            </a:r>
            <a:r>
              <a:rPr lang="en-GB" dirty="0">
                <a:solidFill>
                  <a:srgbClr val="374151"/>
                </a:solidFill>
                <a:latin typeface="Söhne"/>
              </a:rPr>
              <a:t> </a:t>
            </a:r>
            <a:r>
              <a:rPr lang="en-GB" dirty="0" err="1">
                <a:solidFill>
                  <a:srgbClr val="374151"/>
                </a:solidFill>
                <a:latin typeface="Söhne"/>
              </a:rPr>
              <a:t>trình</a:t>
            </a:r>
            <a:r>
              <a:rPr lang="en-GB" dirty="0">
                <a:solidFill>
                  <a:srgbClr val="374151"/>
                </a:solidFill>
                <a:latin typeface="Söhne"/>
              </a:rPr>
              <a:t> </a:t>
            </a:r>
            <a:r>
              <a:rPr lang="en-GB" dirty="0" err="1">
                <a:solidFill>
                  <a:srgbClr val="374151"/>
                </a:solidFill>
                <a:latin typeface="Söhne"/>
              </a:rPr>
              <a:t>tiêu</a:t>
            </a:r>
            <a:r>
              <a:rPr lang="en-GB" dirty="0">
                <a:solidFill>
                  <a:srgbClr val="374151"/>
                </a:solidFill>
                <a:latin typeface="Söhne"/>
              </a:rPr>
              <a:t> </a:t>
            </a:r>
            <a:r>
              <a:rPr lang="en-GB" dirty="0" err="1">
                <a:solidFill>
                  <a:srgbClr val="374151"/>
                </a:solidFill>
                <a:latin typeface="Söhne"/>
              </a:rPr>
              <a:t>biểu</a:t>
            </a:r>
            <a:r>
              <a:rPr lang="en-GB" dirty="0">
                <a:solidFill>
                  <a:srgbClr val="374151"/>
                </a:solidFill>
                <a:latin typeface="Söhne"/>
              </a:rPr>
              <a:t>: Python, C, C++, Java, PHP…</a:t>
            </a:r>
            <a:endParaRPr lang="en-GB" dirty="0"/>
          </a:p>
        </p:txBody>
      </p:sp>
    </p:spTree>
    <p:extLst>
      <p:ext uri="{BB962C8B-B14F-4D97-AF65-F5344CB8AC3E}">
        <p14:creationId xmlns:p14="http://schemas.microsoft.com/office/powerpoint/2010/main" val="3412657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16F6-8039-432E-9C0C-9DD8851A051E}"/>
              </a:ext>
            </a:extLst>
          </p:cNvPr>
          <p:cNvSpPr>
            <a:spLocks noGrp="1"/>
          </p:cNvSpPr>
          <p:nvPr>
            <p:ph type="title"/>
          </p:nvPr>
        </p:nvSpPr>
        <p:spPr/>
        <p:txBody>
          <a:bodyPr/>
          <a:lstStyle/>
          <a:p>
            <a:r>
              <a:rPr lang="en-GB" dirty="0" err="1"/>
              <a:t>Ngôn</a:t>
            </a:r>
            <a:r>
              <a:rPr lang="en-GB" dirty="0"/>
              <a:t> </a:t>
            </a:r>
            <a:r>
              <a:rPr lang="en-GB" dirty="0" err="1"/>
              <a:t>ngữ</a:t>
            </a:r>
            <a:r>
              <a:rPr lang="en-GB" dirty="0"/>
              <a:t> </a:t>
            </a:r>
            <a:r>
              <a:rPr lang="en-GB" dirty="0" err="1"/>
              <a:t>lập</a:t>
            </a:r>
            <a:r>
              <a:rPr lang="en-GB" dirty="0"/>
              <a:t> </a:t>
            </a:r>
            <a:r>
              <a:rPr lang="en-GB" dirty="0" err="1"/>
              <a:t>trình</a:t>
            </a:r>
            <a:r>
              <a:rPr lang="en-GB" dirty="0"/>
              <a:t> Python</a:t>
            </a:r>
          </a:p>
        </p:txBody>
      </p:sp>
      <p:sp>
        <p:nvSpPr>
          <p:cNvPr id="3" name="Content Placeholder 2">
            <a:extLst>
              <a:ext uri="{FF2B5EF4-FFF2-40B4-BE49-F238E27FC236}">
                <a16:creationId xmlns:a16="http://schemas.microsoft.com/office/drawing/2014/main" id="{04CCE832-6F3C-4679-9A5B-CFA6B17C5520}"/>
              </a:ext>
            </a:extLst>
          </p:cNvPr>
          <p:cNvSpPr>
            <a:spLocks noGrp="1"/>
          </p:cNvSpPr>
          <p:nvPr>
            <p:ph idx="1"/>
          </p:nvPr>
        </p:nvSpPr>
        <p:spPr/>
        <p:txBody>
          <a:bodyPr/>
          <a:lstStyle/>
          <a:p>
            <a:r>
              <a:rPr lang="vi-VN" b="0" i="0" dirty="0">
                <a:solidFill>
                  <a:srgbClr val="333333"/>
                </a:solidFill>
                <a:effectLst/>
                <a:latin typeface="OpenSans"/>
              </a:rPr>
              <a:t>Python là một ngôn ngữ lập trình được sử dụng rộng rãi trong các ứng dụng web, phát triển phần mềm, khoa học dữ liệu và</a:t>
            </a:r>
            <a:r>
              <a:rPr lang="en-GB" b="0" i="0" dirty="0">
                <a:solidFill>
                  <a:srgbClr val="333333"/>
                </a:solidFill>
                <a:effectLst/>
                <a:latin typeface="OpenSans"/>
              </a:rPr>
              <a:t> </a:t>
            </a:r>
            <a:r>
              <a:rPr lang="en-GB" b="0" i="0" dirty="0" err="1">
                <a:solidFill>
                  <a:srgbClr val="333333"/>
                </a:solidFill>
                <a:effectLst/>
                <a:latin typeface="OpenSans"/>
              </a:rPr>
              <a:t>trí</a:t>
            </a:r>
            <a:r>
              <a:rPr lang="en-GB" b="0" i="0" dirty="0">
                <a:solidFill>
                  <a:srgbClr val="333333"/>
                </a:solidFill>
                <a:effectLst/>
                <a:latin typeface="OpenSans"/>
              </a:rPr>
              <a:t> </a:t>
            </a:r>
            <a:r>
              <a:rPr lang="en-GB" b="0" i="0" dirty="0" err="1">
                <a:solidFill>
                  <a:srgbClr val="333333"/>
                </a:solidFill>
                <a:effectLst/>
                <a:latin typeface="OpenSans"/>
              </a:rPr>
              <a:t>tuệ</a:t>
            </a:r>
            <a:r>
              <a:rPr lang="en-GB" b="0" i="0" dirty="0">
                <a:solidFill>
                  <a:srgbClr val="333333"/>
                </a:solidFill>
                <a:effectLst/>
                <a:latin typeface="OpenSans"/>
              </a:rPr>
              <a:t> </a:t>
            </a:r>
            <a:r>
              <a:rPr lang="en-GB" b="0" i="0" dirty="0" err="1">
                <a:solidFill>
                  <a:srgbClr val="333333"/>
                </a:solidFill>
                <a:effectLst/>
                <a:latin typeface="OpenSans"/>
              </a:rPr>
              <a:t>nhân</a:t>
            </a:r>
            <a:r>
              <a:rPr lang="en-GB" b="0" i="0" dirty="0">
                <a:solidFill>
                  <a:srgbClr val="333333"/>
                </a:solidFill>
                <a:effectLst/>
                <a:latin typeface="OpenSans"/>
              </a:rPr>
              <a:t> </a:t>
            </a:r>
            <a:r>
              <a:rPr lang="en-GB" b="0" i="0" dirty="0" err="1">
                <a:solidFill>
                  <a:srgbClr val="333333"/>
                </a:solidFill>
                <a:effectLst/>
                <a:latin typeface="OpenSans"/>
              </a:rPr>
              <a:t>tạo</a:t>
            </a:r>
            <a:endParaRPr lang="en-GB" b="0" i="0" dirty="0">
              <a:solidFill>
                <a:srgbClr val="333333"/>
              </a:solidFill>
              <a:effectLst/>
              <a:latin typeface="OpenSans"/>
            </a:endParaRPr>
          </a:p>
          <a:p>
            <a:r>
              <a:rPr lang="en-GB" b="0" i="0" dirty="0">
                <a:solidFill>
                  <a:srgbClr val="333333"/>
                </a:solidFill>
                <a:effectLst/>
                <a:latin typeface="OpenSans"/>
              </a:rPr>
              <a:t>Guido Van Rossum, </a:t>
            </a:r>
            <a:r>
              <a:rPr lang="en-GB" b="0" i="0" dirty="0" err="1">
                <a:solidFill>
                  <a:srgbClr val="333333"/>
                </a:solidFill>
                <a:effectLst/>
                <a:latin typeface="OpenSans"/>
              </a:rPr>
              <a:t>một</a:t>
            </a:r>
            <a:r>
              <a:rPr lang="en-GB" b="0" i="0" dirty="0">
                <a:solidFill>
                  <a:srgbClr val="333333"/>
                </a:solidFill>
                <a:effectLst/>
                <a:latin typeface="OpenSans"/>
              </a:rPr>
              <a:t> </a:t>
            </a:r>
            <a:r>
              <a:rPr lang="en-GB" b="0" i="0" dirty="0" err="1">
                <a:solidFill>
                  <a:srgbClr val="333333"/>
                </a:solidFill>
                <a:effectLst/>
                <a:latin typeface="OpenSans"/>
              </a:rPr>
              <a:t>lập</a:t>
            </a:r>
            <a:r>
              <a:rPr lang="en-GB" b="0" i="0" dirty="0">
                <a:solidFill>
                  <a:srgbClr val="333333"/>
                </a:solidFill>
                <a:effectLst/>
                <a:latin typeface="OpenSans"/>
              </a:rPr>
              <a:t> </a:t>
            </a:r>
            <a:r>
              <a:rPr lang="en-GB" b="0" i="0" dirty="0" err="1">
                <a:solidFill>
                  <a:srgbClr val="333333"/>
                </a:solidFill>
                <a:effectLst/>
                <a:latin typeface="OpenSans"/>
              </a:rPr>
              <a:t>trình</a:t>
            </a:r>
            <a:r>
              <a:rPr lang="en-GB" b="0" i="0" dirty="0">
                <a:solidFill>
                  <a:srgbClr val="333333"/>
                </a:solidFill>
                <a:effectLst/>
                <a:latin typeface="OpenSans"/>
              </a:rPr>
              <a:t> </a:t>
            </a:r>
            <a:r>
              <a:rPr lang="en-GB" b="0" i="0" dirty="0" err="1">
                <a:solidFill>
                  <a:srgbClr val="333333"/>
                </a:solidFill>
                <a:effectLst/>
                <a:latin typeface="OpenSans"/>
              </a:rPr>
              <a:t>viên</a:t>
            </a:r>
            <a:r>
              <a:rPr lang="en-GB" b="0" i="0" dirty="0">
                <a:solidFill>
                  <a:srgbClr val="333333"/>
                </a:solidFill>
                <a:effectLst/>
                <a:latin typeface="OpenSans"/>
              </a:rPr>
              <a:t> </a:t>
            </a:r>
            <a:r>
              <a:rPr lang="en-GB" b="0" i="0" dirty="0" err="1">
                <a:solidFill>
                  <a:srgbClr val="333333"/>
                </a:solidFill>
                <a:effectLst/>
                <a:latin typeface="OpenSans"/>
              </a:rPr>
              <a:t>máy</a:t>
            </a:r>
            <a:r>
              <a:rPr lang="en-GB" b="0" i="0" dirty="0">
                <a:solidFill>
                  <a:srgbClr val="333333"/>
                </a:solidFill>
                <a:effectLst/>
                <a:latin typeface="OpenSans"/>
              </a:rPr>
              <a:t> </a:t>
            </a:r>
            <a:r>
              <a:rPr lang="en-GB" b="0" i="0" dirty="0" err="1">
                <a:solidFill>
                  <a:srgbClr val="333333"/>
                </a:solidFill>
                <a:effectLst/>
                <a:latin typeface="OpenSans"/>
              </a:rPr>
              <a:t>tính</a:t>
            </a:r>
            <a:r>
              <a:rPr lang="en-GB" b="0" i="0" dirty="0">
                <a:solidFill>
                  <a:srgbClr val="333333"/>
                </a:solidFill>
                <a:effectLst/>
                <a:latin typeface="OpenSans"/>
              </a:rPr>
              <a:t> ở </a:t>
            </a:r>
            <a:r>
              <a:rPr lang="en-GB" b="0" i="0" dirty="0" err="1">
                <a:solidFill>
                  <a:srgbClr val="333333"/>
                </a:solidFill>
                <a:effectLst/>
                <a:latin typeface="OpenSans"/>
              </a:rPr>
              <a:t>Hà</a:t>
            </a:r>
            <a:r>
              <a:rPr lang="en-GB" b="0" i="0" dirty="0">
                <a:solidFill>
                  <a:srgbClr val="333333"/>
                </a:solidFill>
                <a:effectLst/>
                <a:latin typeface="OpenSans"/>
              </a:rPr>
              <a:t> Lan, </a:t>
            </a:r>
            <a:r>
              <a:rPr lang="en-GB" b="0" i="0" dirty="0" err="1">
                <a:solidFill>
                  <a:srgbClr val="333333"/>
                </a:solidFill>
                <a:effectLst/>
                <a:latin typeface="OpenSans"/>
              </a:rPr>
              <a:t>đã</a:t>
            </a:r>
            <a:r>
              <a:rPr lang="en-GB" b="0" i="0" dirty="0">
                <a:solidFill>
                  <a:srgbClr val="333333"/>
                </a:solidFill>
                <a:effectLst/>
                <a:latin typeface="OpenSans"/>
              </a:rPr>
              <a:t> </a:t>
            </a:r>
            <a:r>
              <a:rPr lang="en-GB" b="0" i="0" dirty="0" err="1">
                <a:solidFill>
                  <a:srgbClr val="333333"/>
                </a:solidFill>
                <a:effectLst/>
                <a:latin typeface="OpenSans"/>
              </a:rPr>
              <a:t>tạo</a:t>
            </a:r>
            <a:r>
              <a:rPr lang="en-GB" b="0" i="0" dirty="0">
                <a:solidFill>
                  <a:srgbClr val="333333"/>
                </a:solidFill>
                <a:effectLst/>
                <a:latin typeface="OpenSans"/>
              </a:rPr>
              <a:t> </a:t>
            </a:r>
            <a:r>
              <a:rPr lang="en-GB" b="0" i="0" dirty="0" err="1">
                <a:solidFill>
                  <a:srgbClr val="333333"/>
                </a:solidFill>
                <a:effectLst/>
                <a:latin typeface="OpenSans"/>
              </a:rPr>
              <a:t>ra</a:t>
            </a:r>
            <a:r>
              <a:rPr lang="en-GB" b="0" i="0" dirty="0">
                <a:solidFill>
                  <a:srgbClr val="333333"/>
                </a:solidFill>
                <a:effectLst/>
                <a:latin typeface="OpenSans"/>
              </a:rPr>
              <a:t> Python. </a:t>
            </a:r>
            <a:r>
              <a:rPr lang="en-GB" b="0" i="0" dirty="0" err="1">
                <a:solidFill>
                  <a:srgbClr val="333333"/>
                </a:solidFill>
                <a:effectLst/>
                <a:latin typeface="OpenSans"/>
              </a:rPr>
              <a:t>Ông</a:t>
            </a:r>
            <a:r>
              <a:rPr lang="en-GB" b="0" i="0" dirty="0">
                <a:solidFill>
                  <a:srgbClr val="333333"/>
                </a:solidFill>
                <a:effectLst/>
                <a:latin typeface="OpenSans"/>
              </a:rPr>
              <a:t> </a:t>
            </a:r>
            <a:r>
              <a:rPr lang="en-GB" b="0" i="0" dirty="0" err="1">
                <a:solidFill>
                  <a:srgbClr val="333333"/>
                </a:solidFill>
                <a:effectLst/>
                <a:latin typeface="OpenSans"/>
              </a:rPr>
              <a:t>bắt</a:t>
            </a:r>
            <a:r>
              <a:rPr lang="en-GB" b="0" i="0" dirty="0">
                <a:solidFill>
                  <a:srgbClr val="333333"/>
                </a:solidFill>
                <a:effectLst/>
                <a:latin typeface="OpenSans"/>
              </a:rPr>
              <a:t> </a:t>
            </a:r>
            <a:r>
              <a:rPr lang="en-GB" b="0" i="0" dirty="0" err="1">
                <a:solidFill>
                  <a:srgbClr val="333333"/>
                </a:solidFill>
                <a:effectLst/>
                <a:latin typeface="OpenSans"/>
              </a:rPr>
              <a:t>đầu</a:t>
            </a:r>
            <a:r>
              <a:rPr lang="en-GB" b="0" i="0" dirty="0">
                <a:solidFill>
                  <a:srgbClr val="333333"/>
                </a:solidFill>
                <a:effectLst/>
                <a:latin typeface="OpenSans"/>
              </a:rPr>
              <a:t> </a:t>
            </a:r>
            <a:r>
              <a:rPr lang="en-GB" b="0" i="0" dirty="0" err="1">
                <a:solidFill>
                  <a:srgbClr val="333333"/>
                </a:solidFill>
                <a:effectLst/>
                <a:latin typeface="OpenSans"/>
              </a:rPr>
              <a:t>phát</a:t>
            </a:r>
            <a:r>
              <a:rPr lang="en-GB" b="0" i="0" dirty="0">
                <a:solidFill>
                  <a:srgbClr val="333333"/>
                </a:solidFill>
                <a:effectLst/>
                <a:latin typeface="OpenSans"/>
              </a:rPr>
              <a:t> </a:t>
            </a:r>
            <a:r>
              <a:rPr lang="en-GB" b="0" i="0" dirty="0" err="1">
                <a:solidFill>
                  <a:srgbClr val="333333"/>
                </a:solidFill>
                <a:effectLst/>
                <a:latin typeface="OpenSans"/>
              </a:rPr>
              <a:t>triển</a:t>
            </a:r>
            <a:r>
              <a:rPr lang="en-GB" b="0" i="0" dirty="0">
                <a:solidFill>
                  <a:srgbClr val="333333"/>
                </a:solidFill>
                <a:effectLst/>
                <a:latin typeface="OpenSans"/>
              </a:rPr>
              <a:t> </a:t>
            </a:r>
            <a:r>
              <a:rPr lang="en-GB" b="0" i="0" dirty="0" err="1">
                <a:solidFill>
                  <a:srgbClr val="333333"/>
                </a:solidFill>
                <a:effectLst/>
                <a:latin typeface="OpenSans"/>
              </a:rPr>
              <a:t>ngôn</a:t>
            </a:r>
            <a:r>
              <a:rPr lang="en-GB" b="0" i="0" dirty="0">
                <a:solidFill>
                  <a:srgbClr val="333333"/>
                </a:solidFill>
                <a:effectLst/>
                <a:latin typeface="OpenSans"/>
              </a:rPr>
              <a:t> </a:t>
            </a:r>
            <a:r>
              <a:rPr lang="en-GB" b="0" i="0" dirty="0" err="1">
                <a:solidFill>
                  <a:srgbClr val="333333"/>
                </a:solidFill>
                <a:effectLst/>
                <a:latin typeface="OpenSans"/>
              </a:rPr>
              <a:t>ngữ</a:t>
            </a:r>
            <a:r>
              <a:rPr lang="en-GB" b="0" i="0" dirty="0">
                <a:solidFill>
                  <a:srgbClr val="333333"/>
                </a:solidFill>
                <a:effectLst/>
                <a:latin typeface="OpenSans"/>
              </a:rPr>
              <a:t> </a:t>
            </a:r>
            <a:r>
              <a:rPr lang="en-GB" b="0" i="0" dirty="0" err="1">
                <a:solidFill>
                  <a:srgbClr val="333333"/>
                </a:solidFill>
                <a:effectLst/>
                <a:latin typeface="OpenSans"/>
              </a:rPr>
              <a:t>này</a:t>
            </a:r>
            <a:r>
              <a:rPr lang="en-GB" b="0" i="0" dirty="0">
                <a:solidFill>
                  <a:srgbClr val="333333"/>
                </a:solidFill>
                <a:effectLst/>
                <a:latin typeface="OpenSans"/>
              </a:rPr>
              <a:t> </a:t>
            </a:r>
            <a:r>
              <a:rPr lang="en-GB" b="0" i="0" dirty="0" err="1">
                <a:solidFill>
                  <a:srgbClr val="333333"/>
                </a:solidFill>
                <a:effectLst/>
                <a:latin typeface="OpenSans"/>
              </a:rPr>
              <a:t>vào</a:t>
            </a:r>
            <a:r>
              <a:rPr lang="en-GB" b="0" i="0" dirty="0">
                <a:solidFill>
                  <a:srgbClr val="333333"/>
                </a:solidFill>
                <a:effectLst/>
                <a:latin typeface="OpenSans"/>
              </a:rPr>
              <a:t> </a:t>
            </a:r>
            <a:r>
              <a:rPr lang="en-GB" b="0" i="0" dirty="0" err="1">
                <a:solidFill>
                  <a:srgbClr val="333333"/>
                </a:solidFill>
                <a:effectLst/>
                <a:latin typeface="OpenSans"/>
              </a:rPr>
              <a:t>năm</a:t>
            </a:r>
            <a:r>
              <a:rPr lang="en-GB" b="0" i="0" dirty="0">
                <a:solidFill>
                  <a:srgbClr val="333333"/>
                </a:solidFill>
                <a:effectLst/>
                <a:latin typeface="OpenSans"/>
              </a:rPr>
              <a:t> 1989.</a:t>
            </a:r>
            <a:endParaRPr lang="en-GB" dirty="0"/>
          </a:p>
        </p:txBody>
      </p:sp>
    </p:spTree>
    <p:extLst>
      <p:ext uri="{BB962C8B-B14F-4D97-AF65-F5344CB8AC3E}">
        <p14:creationId xmlns:p14="http://schemas.microsoft.com/office/powerpoint/2010/main" val="3225386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ECC02D-40AE-4B24-AABE-BD66B7274930}"/>
              </a:ext>
            </a:extLst>
          </p:cNvPr>
          <p:cNvSpPr>
            <a:spLocks noGrp="1"/>
          </p:cNvSpPr>
          <p:nvPr>
            <p:ph type="title"/>
          </p:nvPr>
        </p:nvSpPr>
        <p:spPr/>
        <p:txBody>
          <a:bodyPr/>
          <a:lstStyle/>
          <a:p>
            <a:r>
              <a:rPr lang="en-GB" dirty="0" err="1"/>
              <a:t>Ứng</a:t>
            </a:r>
            <a:r>
              <a:rPr lang="en-GB" dirty="0"/>
              <a:t> </a:t>
            </a:r>
            <a:r>
              <a:rPr lang="en-GB" dirty="0" err="1"/>
              <a:t>dụng</a:t>
            </a:r>
            <a:r>
              <a:rPr lang="en-GB" dirty="0"/>
              <a:t> </a:t>
            </a:r>
            <a:r>
              <a:rPr lang="en-GB" dirty="0" err="1"/>
              <a:t>của</a:t>
            </a:r>
            <a:r>
              <a:rPr lang="en-GB" dirty="0"/>
              <a:t> </a:t>
            </a:r>
            <a:r>
              <a:rPr lang="en-GB" dirty="0" err="1"/>
              <a:t>ngôn</a:t>
            </a:r>
            <a:r>
              <a:rPr lang="en-GB" dirty="0"/>
              <a:t> </a:t>
            </a:r>
            <a:r>
              <a:rPr lang="en-GB" dirty="0" err="1"/>
              <a:t>ngữ</a:t>
            </a:r>
            <a:r>
              <a:rPr lang="en-GB" dirty="0"/>
              <a:t> </a:t>
            </a:r>
            <a:r>
              <a:rPr lang="en-GB" dirty="0" err="1"/>
              <a:t>lập</a:t>
            </a:r>
            <a:r>
              <a:rPr lang="en-GB" dirty="0"/>
              <a:t> </a:t>
            </a:r>
            <a:r>
              <a:rPr lang="en-GB" dirty="0" err="1"/>
              <a:t>trình</a:t>
            </a:r>
            <a:r>
              <a:rPr lang="en-GB" dirty="0"/>
              <a:t> Python</a:t>
            </a:r>
          </a:p>
        </p:txBody>
      </p:sp>
      <p:sp>
        <p:nvSpPr>
          <p:cNvPr id="3" name="Content Placeholder 2">
            <a:extLst>
              <a:ext uri="{FF2B5EF4-FFF2-40B4-BE49-F238E27FC236}">
                <a16:creationId xmlns:a16="http://schemas.microsoft.com/office/drawing/2014/main" id="{337D9802-A421-4F7C-AFE4-A1240984D24B}"/>
              </a:ext>
            </a:extLst>
          </p:cNvPr>
          <p:cNvSpPr>
            <a:spLocks noGrp="1"/>
          </p:cNvSpPr>
          <p:nvPr>
            <p:ph idx="1"/>
          </p:nvPr>
        </p:nvSpPr>
        <p:spPr/>
        <p:txBody>
          <a:bodyPr/>
          <a:lstStyle/>
          <a:p>
            <a:r>
              <a:rPr lang="en-GB" dirty="0" err="1"/>
              <a:t>Phát</a:t>
            </a:r>
            <a:r>
              <a:rPr lang="en-GB" dirty="0"/>
              <a:t> </a:t>
            </a:r>
            <a:r>
              <a:rPr lang="en-GB" dirty="0" err="1"/>
              <a:t>triển</a:t>
            </a:r>
            <a:r>
              <a:rPr lang="en-GB" dirty="0"/>
              <a:t> Web</a:t>
            </a:r>
          </a:p>
          <a:p>
            <a:r>
              <a:rPr lang="en-GB" dirty="0" err="1"/>
              <a:t>Phân</a:t>
            </a:r>
            <a:r>
              <a:rPr lang="en-GB" dirty="0"/>
              <a:t> </a:t>
            </a:r>
            <a:r>
              <a:rPr lang="en-GB" dirty="0" err="1"/>
              <a:t>Tích</a:t>
            </a:r>
            <a:r>
              <a:rPr lang="en-GB" dirty="0"/>
              <a:t> </a:t>
            </a:r>
            <a:r>
              <a:rPr lang="en-GB" dirty="0" err="1"/>
              <a:t>Dữ</a:t>
            </a:r>
            <a:r>
              <a:rPr lang="en-GB" dirty="0"/>
              <a:t> </a:t>
            </a:r>
            <a:r>
              <a:rPr lang="en-GB" dirty="0" err="1"/>
              <a:t>Liệu</a:t>
            </a:r>
            <a:endParaRPr lang="en-GB" dirty="0"/>
          </a:p>
          <a:p>
            <a:r>
              <a:rPr lang="en-GB" dirty="0" err="1"/>
              <a:t>Trí</a:t>
            </a:r>
            <a:r>
              <a:rPr lang="en-GB" dirty="0"/>
              <a:t> </a:t>
            </a:r>
            <a:r>
              <a:rPr lang="en-GB" dirty="0" err="1"/>
              <a:t>Tuệ</a:t>
            </a:r>
            <a:r>
              <a:rPr lang="en-GB" dirty="0"/>
              <a:t> </a:t>
            </a:r>
            <a:r>
              <a:rPr lang="en-GB" dirty="0" err="1"/>
              <a:t>Nhân</a:t>
            </a:r>
            <a:r>
              <a:rPr lang="en-GB" dirty="0"/>
              <a:t> </a:t>
            </a:r>
            <a:r>
              <a:rPr lang="en-GB" dirty="0" err="1"/>
              <a:t>Tạo</a:t>
            </a:r>
            <a:r>
              <a:rPr lang="en-GB" dirty="0"/>
              <a:t> (AI)</a:t>
            </a:r>
          </a:p>
          <a:p>
            <a:r>
              <a:rPr lang="en-GB" dirty="0" err="1"/>
              <a:t>Phát</a:t>
            </a:r>
            <a:r>
              <a:rPr lang="en-GB" dirty="0"/>
              <a:t> </a:t>
            </a:r>
            <a:r>
              <a:rPr lang="en-GB" dirty="0" err="1"/>
              <a:t>triển</a:t>
            </a:r>
            <a:r>
              <a:rPr lang="en-GB" dirty="0"/>
              <a:t> Game</a:t>
            </a:r>
          </a:p>
          <a:p>
            <a:r>
              <a:rPr lang="en-GB" dirty="0" err="1"/>
              <a:t>Phát</a:t>
            </a:r>
            <a:r>
              <a:rPr lang="en-GB" dirty="0"/>
              <a:t> </a:t>
            </a:r>
            <a:r>
              <a:rPr lang="en-GB" dirty="0" err="1"/>
              <a:t>triển</a:t>
            </a:r>
            <a:r>
              <a:rPr lang="en-GB" dirty="0"/>
              <a:t> </a:t>
            </a:r>
            <a:r>
              <a:rPr lang="en-GB" dirty="0" err="1"/>
              <a:t>Ứng</a:t>
            </a:r>
            <a:r>
              <a:rPr lang="en-GB" dirty="0"/>
              <a:t> </a:t>
            </a:r>
            <a:r>
              <a:rPr lang="en-GB" dirty="0" err="1"/>
              <a:t>Dụng</a:t>
            </a:r>
            <a:r>
              <a:rPr lang="en-GB" dirty="0"/>
              <a:t> Di </a:t>
            </a:r>
            <a:r>
              <a:rPr lang="en-GB" dirty="0" err="1"/>
              <a:t>Động</a:t>
            </a:r>
            <a:endParaRPr lang="en-GB" dirty="0"/>
          </a:p>
        </p:txBody>
      </p:sp>
    </p:spTree>
    <p:extLst>
      <p:ext uri="{BB962C8B-B14F-4D97-AF65-F5344CB8AC3E}">
        <p14:creationId xmlns:p14="http://schemas.microsoft.com/office/powerpoint/2010/main" val="448117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0F56E-230E-4453-8C75-3253B0A46B8F}"/>
              </a:ext>
            </a:extLst>
          </p:cNvPr>
          <p:cNvSpPr>
            <a:spLocks noGrp="1"/>
          </p:cNvSpPr>
          <p:nvPr>
            <p:ph type="title"/>
          </p:nvPr>
        </p:nvSpPr>
        <p:spPr/>
        <p:txBody>
          <a:bodyPr/>
          <a:lstStyle/>
          <a:p>
            <a:r>
              <a:rPr lang="en-GB" dirty="0" err="1"/>
              <a:t>Môi</a:t>
            </a:r>
            <a:r>
              <a:rPr lang="en-GB" dirty="0"/>
              <a:t> </a:t>
            </a:r>
            <a:r>
              <a:rPr lang="en-GB" dirty="0" err="1"/>
              <a:t>trường</a:t>
            </a:r>
            <a:r>
              <a:rPr lang="en-GB" dirty="0"/>
              <a:t> </a:t>
            </a:r>
            <a:r>
              <a:rPr lang="en-GB" dirty="0" err="1"/>
              <a:t>lập</a:t>
            </a:r>
            <a:r>
              <a:rPr lang="en-GB" dirty="0"/>
              <a:t> </a:t>
            </a:r>
            <a:r>
              <a:rPr lang="en-GB" dirty="0" err="1"/>
              <a:t>trình</a:t>
            </a:r>
            <a:r>
              <a:rPr lang="en-GB" dirty="0"/>
              <a:t> Python</a:t>
            </a:r>
          </a:p>
        </p:txBody>
      </p:sp>
      <p:sp>
        <p:nvSpPr>
          <p:cNvPr id="3" name="Content Placeholder 2">
            <a:extLst>
              <a:ext uri="{FF2B5EF4-FFF2-40B4-BE49-F238E27FC236}">
                <a16:creationId xmlns:a16="http://schemas.microsoft.com/office/drawing/2014/main" id="{41FB5CD4-C3D1-4D40-B3A3-19A99BF35106}"/>
              </a:ext>
            </a:extLst>
          </p:cNvPr>
          <p:cNvSpPr>
            <a:spLocks noGrp="1"/>
          </p:cNvSpPr>
          <p:nvPr>
            <p:ph idx="1"/>
          </p:nvPr>
        </p:nvSpPr>
        <p:spPr/>
        <p:txBody>
          <a:bodyPr/>
          <a:lstStyle/>
          <a:p>
            <a:r>
              <a:rPr lang="en-GB" dirty="0" err="1"/>
              <a:t>Tải</a:t>
            </a:r>
            <a:r>
              <a:rPr lang="en-GB" dirty="0"/>
              <a:t> </a:t>
            </a:r>
            <a:r>
              <a:rPr lang="en-GB" dirty="0" err="1"/>
              <a:t>phần</a:t>
            </a:r>
            <a:r>
              <a:rPr lang="en-GB" dirty="0"/>
              <a:t> </a:t>
            </a:r>
            <a:r>
              <a:rPr lang="en-GB" dirty="0" err="1"/>
              <a:t>mềm</a:t>
            </a:r>
            <a:r>
              <a:rPr lang="en-GB" dirty="0"/>
              <a:t> </a:t>
            </a:r>
            <a:r>
              <a:rPr lang="en-GB" dirty="0" err="1"/>
              <a:t>từ</a:t>
            </a:r>
            <a:r>
              <a:rPr lang="en-GB" dirty="0"/>
              <a:t> </a:t>
            </a:r>
            <a:r>
              <a:rPr lang="en-GB" dirty="0" err="1"/>
              <a:t>trang</a:t>
            </a:r>
            <a:r>
              <a:rPr lang="en-GB" dirty="0"/>
              <a:t> web </a:t>
            </a:r>
            <a:r>
              <a:rPr lang="en-GB" dirty="0" err="1"/>
              <a:t>và</a:t>
            </a:r>
            <a:r>
              <a:rPr lang="en-GB" dirty="0"/>
              <a:t> </a:t>
            </a:r>
            <a:r>
              <a:rPr lang="en-GB" dirty="0" err="1"/>
              <a:t>cài</a:t>
            </a:r>
            <a:r>
              <a:rPr lang="en-GB" dirty="0"/>
              <a:t> </a:t>
            </a:r>
            <a:r>
              <a:rPr lang="en-GB" dirty="0" err="1"/>
              <a:t>đặt</a:t>
            </a:r>
            <a:r>
              <a:rPr lang="en-GB" dirty="0"/>
              <a:t>: </a:t>
            </a:r>
            <a:r>
              <a:rPr lang="en-GB" dirty="0">
                <a:hlinkClick r:id="rId2"/>
              </a:rPr>
              <a:t>https://codewith.mu/en/download</a:t>
            </a:r>
            <a:endParaRPr lang="en-GB" dirty="0"/>
          </a:p>
          <a:p>
            <a:r>
              <a:rPr lang="en-GB" dirty="0" err="1"/>
              <a:t>Chạy</a:t>
            </a:r>
            <a:r>
              <a:rPr lang="en-GB" dirty="0"/>
              <a:t> </a:t>
            </a:r>
            <a:r>
              <a:rPr lang="en-GB" dirty="0" err="1"/>
              <a:t>chương</a:t>
            </a:r>
            <a:r>
              <a:rPr lang="en-GB" dirty="0"/>
              <a:t> </a:t>
            </a:r>
            <a:r>
              <a:rPr lang="en-GB" dirty="0" err="1"/>
              <a:t>trình</a:t>
            </a:r>
            <a:r>
              <a:rPr lang="en-GB" dirty="0"/>
              <a:t>:</a:t>
            </a:r>
          </a:p>
          <a:p>
            <a:endParaRPr lang="en-GB" dirty="0"/>
          </a:p>
        </p:txBody>
      </p:sp>
      <p:pic>
        <p:nvPicPr>
          <p:cNvPr id="9" name="Picture 8">
            <a:extLst>
              <a:ext uri="{FF2B5EF4-FFF2-40B4-BE49-F238E27FC236}">
                <a16:creationId xmlns:a16="http://schemas.microsoft.com/office/drawing/2014/main" id="{8A1C695F-3E1F-4D80-98C7-91EFF4C1922A}"/>
              </a:ext>
            </a:extLst>
          </p:cNvPr>
          <p:cNvPicPr>
            <a:picLocks noChangeAspect="1"/>
          </p:cNvPicPr>
          <p:nvPr/>
        </p:nvPicPr>
        <p:blipFill>
          <a:blip r:embed="rId3"/>
          <a:stretch>
            <a:fillRect/>
          </a:stretch>
        </p:blipFill>
        <p:spPr>
          <a:xfrm>
            <a:off x="4079172" y="2783404"/>
            <a:ext cx="5063001" cy="3571640"/>
          </a:xfrm>
          <a:prstGeom prst="rect">
            <a:avLst/>
          </a:prstGeom>
        </p:spPr>
      </p:pic>
    </p:spTree>
    <p:extLst>
      <p:ext uri="{BB962C8B-B14F-4D97-AF65-F5344CB8AC3E}">
        <p14:creationId xmlns:p14="http://schemas.microsoft.com/office/powerpoint/2010/main" val="19202790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A2F30-7215-48F7-81D1-2BA4CB091DAE}"/>
              </a:ext>
            </a:extLst>
          </p:cNvPr>
          <p:cNvSpPr>
            <a:spLocks noGrp="1"/>
          </p:cNvSpPr>
          <p:nvPr>
            <p:ph type="title"/>
          </p:nvPr>
        </p:nvSpPr>
        <p:spPr/>
        <p:txBody>
          <a:bodyPr/>
          <a:lstStyle/>
          <a:p>
            <a:r>
              <a:rPr lang="en-GB" dirty="0" err="1"/>
              <a:t>Môi</a:t>
            </a:r>
            <a:r>
              <a:rPr lang="en-GB" dirty="0"/>
              <a:t> </a:t>
            </a:r>
            <a:r>
              <a:rPr lang="en-GB" dirty="0" err="1"/>
              <a:t>trường</a:t>
            </a:r>
            <a:r>
              <a:rPr lang="en-GB" dirty="0"/>
              <a:t> </a:t>
            </a:r>
            <a:r>
              <a:rPr lang="en-GB" dirty="0" err="1"/>
              <a:t>lập</a:t>
            </a:r>
            <a:r>
              <a:rPr lang="en-GB" dirty="0"/>
              <a:t> </a:t>
            </a:r>
            <a:r>
              <a:rPr lang="en-GB" dirty="0" err="1"/>
              <a:t>trình</a:t>
            </a:r>
            <a:r>
              <a:rPr lang="en-GB" dirty="0"/>
              <a:t> Python</a:t>
            </a:r>
          </a:p>
        </p:txBody>
      </p:sp>
      <p:sp>
        <p:nvSpPr>
          <p:cNvPr id="3" name="Content Placeholder 2">
            <a:extLst>
              <a:ext uri="{FF2B5EF4-FFF2-40B4-BE49-F238E27FC236}">
                <a16:creationId xmlns:a16="http://schemas.microsoft.com/office/drawing/2014/main" id="{7D123414-4AAF-4819-BB74-F65C502291F9}"/>
              </a:ext>
            </a:extLst>
          </p:cNvPr>
          <p:cNvSpPr>
            <a:spLocks noGrp="1"/>
          </p:cNvSpPr>
          <p:nvPr>
            <p:ph idx="1"/>
          </p:nvPr>
        </p:nvSpPr>
        <p:spPr>
          <a:xfrm>
            <a:off x="838200" y="1690688"/>
            <a:ext cx="4707577" cy="4510026"/>
          </a:xfrm>
        </p:spPr>
        <p:txBody>
          <a:bodyPr/>
          <a:lstStyle/>
          <a:p>
            <a:pPr marL="514350" indent="-514350">
              <a:buFont typeface="+mj-lt"/>
              <a:buAutoNum type="arabicPeriod"/>
            </a:pPr>
            <a:r>
              <a:rPr lang="en-GB" dirty="0"/>
              <a:t>Thanh </a:t>
            </a:r>
            <a:r>
              <a:rPr lang="en-GB" dirty="0" err="1"/>
              <a:t>chức</a:t>
            </a:r>
            <a:r>
              <a:rPr lang="en-GB" dirty="0"/>
              <a:t> </a:t>
            </a:r>
            <a:r>
              <a:rPr lang="en-GB" dirty="0" err="1"/>
              <a:t>năng</a:t>
            </a:r>
            <a:endParaRPr lang="en-GB" dirty="0"/>
          </a:p>
          <a:p>
            <a:pPr marL="514350" indent="-514350">
              <a:buFont typeface="+mj-lt"/>
              <a:buAutoNum type="arabicPeriod"/>
            </a:pPr>
            <a:r>
              <a:rPr lang="en-GB" dirty="0"/>
              <a:t>Thanh </a:t>
            </a:r>
            <a:r>
              <a:rPr lang="en-GB" dirty="0" err="1"/>
              <a:t>tên</a:t>
            </a:r>
            <a:r>
              <a:rPr lang="en-GB" dirty="0"/>
              <a:t> file code</a:t>
            </a:r>
          </a:p>
          <a:p>
            <a:pPr marL="514350" indent="-514350">
              <a:buFont typeface="+mj-lt"/>
              <a:buAutoNum type="arabicPeriod"/>
            </a:pPr>
            <a:r>
              <a:rPr lang="en-GB" dirty="0" err="1"/>
              <a:t>Phần</a:t>
            </a:r>
            <a:r>
              <a:rPr lang="en-GB" dirty="0"/>
              <a:t> </a:t>
            </a:r>
            <a:r>
              <a:rPr lang="en-GB" dirty="0" err="1"/>
              <a:t>viết</a:t>
            </a:r>
            <a:r>
              <a:rPr lang="en-GB" dirty="0"/>
              <a:t> code</a:t>
            </a:r>
          </a:p>
        </p:txBody>
      </p:sp>
      <p:pic>
        <p:nvPicPr>
          <p:cNvPr id="9" name="Picture 8">
            <a:extLst>
              <a:ext uri="{FF2B5EF4-FFF2-40B4-BE49-F238E27FC236}">
                <a16:creationId xmlns:a16="http://schemas.microsoft.com/office/drawing/2014/main" id="{A66F0FAD-EBAA-47A6-AEA7-CF564242FA66}"/>
              </a:ext>
            </a:extLst>
          </p:cNvPr>
          <p:cNvPicPr>
            <a:picLocks noChangeAspect="1"/>
          </p:cNvPicPr>
          <p:nvPr/>
        </p:nvPicPr>
        <p:blipFill>
          <a:blip r:embed="rId2"/>
          <a:stretch>
            <a:fillRect/>
          </a:stretch>
        </p:blipFill>
        <p:spPr>
          <a:xfrm>
            <a:off x="1290156" y="3235299"/>
            <a:ext cx="9592902" cy="2832992"/>
          </a:xfrm>
          <a:prstGeom prst="rect">
            <a:avLst/>
          </a:prstGeom>
        </p:spPr>
      </p:pic>
    </p:spTree>
    <p:extLst>
      <p:ext uri="{BB962C8B-B14F-4D97-AF65-F5344CB8AC3E}">
        <p14:creationId xmlns:p14="http://schemas.microsoft.com/office/powerpoint/2010/main" val="40376203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86A22-B2DA-4668-A88E-EF594C2C94C4}"/>
              </a:ext>
            </a:extLst>
          </p:cNvPr>
          <p:cNvSpPr>
            <a:spLocks noGrp="1"/>
          </p:cNvSpPr>
          <p:nvPr>
            <p:ph type="title"/>
          </p:nvPr>
        </p:nvSpPr>
        <p:spPr/>
        <p:txBody>
          <a:bodyPr/>
          <a:lstStyle/>
          <a:p>
            <a:r>
              <a:rPr lang="en-GB" dirty="0"/>
              <a:t>Thanh </a:t>
            </a:r>
            <a:r>
              <a:rPr lang="en-GB" dirty="0" err="1"/>
              <a:t>chức</a:t>
            </a:r>
            <a:r>
              <a:rPr lang="en-GB" dirty="0"/>
              <a:t> </a:t>
            </a:r>
            <a:r>
              <a:rPr lang="en-GB" dirty="0" err="1"/>
              <a:t>năng</a:t>
            </a:r>
            <a:r>
              <a:rPr lang="en-GB" dirty="0"/>
              <a:t> - Mode</a:t>
            </a:r>
          </a:p>
        </p:txBody>
      </p:sp>
      <p:pic>
        <p:nvPicPr>
          <p:cNvPr id="5" name="Content Placeholder 4">
            <a:extLst>
              <a:ext uri="{FF2B5EF4-FFF2-40B4-BE49-F238E27FC236}">
                <a16:creationId xmlns:a16="http://schemas.microsoft.com/office/drawing/2014/main" id="{A3DC8A05-13C1-4A26-9892-6DB0AC93EBD0}"/>
              </a:ext>
            </a:extLst>
          </p:cNvPr>
          <p:cNvPicPr>
            <a:picLocks noGrp="1" noChangeAspect="1"/>
          </p:cNvPicPr>
          <p:nvPr>
            <p:ph idx="1"/>
          </p:nvPr>
        </p:nvPicPr>
        <p:blipFill>
          <a:blip r:embed="rId2"/>
          <a:stretch>
            <a:fillRect/>
          </a:stretch>
        </p:blipFill>
        <p:spPr>
          <a:xfrm>
            <a:off x="1099457" y="1604656"/>
            <a:ext cx="10515600" cy="4068879"/>
          </a:xfrm>
        </p:spPr>
      </p:pic>
    </p:spTree>
    <p:extLst>
      <p:ext uri="{BB962C8B-B14F-4D97-AF65-F5344CB8AC3E}">
        <p14:creationId xmlns:p14="http://schemas.microsoft.com/office/powerpoint/2010/main" val="1031640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DB91-0DDD-48E9-8619-550B3AE673E5}"/>
              </a:ext>
            </a:extLst>
          </p:cNvPr>
          <p:cNvSpPr>
            <a:spLocks noGrp="1"/>
          </p:cNvSpPr>
          <p:nvPr>
            <p:ph type="title"/>
          </p:nvPr>
        </p:nvSpPr>
        <p:spPr/>
        <p:txBody>
          <a:bodyPr/>
          <a:lstStyle/>
          <a:p>
            <a:r>
              <a:rPr lang="en-GB" dirty="0"/>
              <a:t>Thanh </a:t>
            </a:r>
            <a:r>
              <a:rPr lang="en-GB" dirty="0" err="1"/>
              <a:t>chức</a:t>
            </a:r>
            <a:r>
              <a:rPr lang="en-GB" dirty="0"/>
              <a:t> </a:t>
            </a:r>
            <a:r>
              <a:rPr lang="en-GB" dirty="0" err="1"/>
              <a:t>năng</a:t>
            </a:r>
            <a:r>
              <a:rPr lang="en-GB" dirty="0"/>
              <a:t> - File</a:t>
            </a:r>
          </a:p>
        </p:txBody>
      </p:sp>
      <p:sp>
        <p:nvSpPr>
          <p:cNvPr id="3" name="Content Placeholder 2">
            <a:extLst>
              <a:ext uri="{FF2B5EF4-FFF2-40B4-BE49-F238E27FC236}">
                <a16:creationId xmlns:a16="http://schemas.microsoft.com/office/drawing/2014/main" id="{3E87AF35-F92D-4A72-8A9A-8F6A9E63B48A}"/>
              </a:ext>
            </a:extLst>
          </p:cNvPr>
          <p:cNvSpPr>
            <a:spLocks noGrp="1"/>
          </p:cNvSpPr>
          <p:nvPr>
            <p:ph idx="1"/>
          </p:nvPr>
        </p:nvSpPr>
        <p:spPr/>
        <p:txBody>
          <a:bodyPr/>
          <a:lstStyle/>
          <a:p>
            <a:r>
              <a:rPr lang="en-GB" dirty="0"/>
              <a:t>New: </a:t>
            </a:r>
            <a:r>
              <a:rPr lang="en-GB" dirty="0" err="1"/>
              <a:t>tạo</a:t>
            </a:r>
            <a:r>
              <a:rPr lang="en-GB" dirty="0"/>
              <a:t> file </a:t>
            </a:r>
            <a:r>
              <a:rPr lang="en-GB" dirty="0" err="1"/>
              <a:t>mã</a:t>
            </a:r>
            <a:r>
              <a:rPr lang="en-GB" dirty="0"/>
              <a:t> </a:t>
            </a:r>
            <a:r>
              <a:rPr lang="en-GB" dirty="0" err="1"/>
              <a:t>lệnh</a:t>
            </a:r>
            <a:r>
              <a:rPr lang="en-GB" dirty="0"/>
              <a:t> </a:t>
            </a:r>
            <a:r>
              <a:rPr lang="en-GB" dirty="0" err="1"/>
              <a:t>mới</a:t>
            </a:r>
            <a:endParaRPr lang="en-GB" dirty="0"/>
          </a:p>
          <a:p>
            <a:r>
              <a:rPr lang="en-GB" dirty="0"/>
              <a:t>Load: </a:t>
            </a:r>
            <a:r>
              <a:rPr lang="en-GB" dirty="0" err="1"/>
              <a:t>đọc</a:t>
            </a:r>
            <a:r>
              <a:rPr lang="en-GB" dirty="0"/>
              <a:t> </a:t>
            </a:r>
            <a:r>
              <a:rPr lang="en-GB" dirty="0" err="1"/>
              <a:t>mã</a:t>
            </a:r>
            <a:r>
              <a:rPr lang="en-GB" dirty="0"/>
              <a:t> </a:t>
            </a:r>
            <a:r>
              <a:rPr lang="en-GB" dirty="0" err="1"/>
              <a:t>lệnh</a:t>
            </a:r>
            <a:r>
              <a:rPr lang="en-GB" dirty="0"/>
              <a:t> </a:t>
            </a:r>
            <a:r>
              <a:rPr lang="en-GB" dirty="0" err="1"/>
              <a:t>từ</a:t>
            </a:r>
            <a:r>
              <a:rPr lang="en-GB" dirty="0"/>
              <a:t> file </a:t>
            </a:r>
            <a:r>
              <a:rPr lang="en-GB" dirty="0" err="1"/>
              <a:t>có</a:t>
            </a:r>
            <a:r>
              <a:rPr lang="en-GB" dirty="0"/>
              <a:t> </a:t>
            </a:r>
            <a:r>
              <a:rPr lang="en-GB" dirty="0" err="1"/>
              <a:t>sẵn</a:t>
            </a:r>
            <a:endParaRPr lang="en-GB" dirty="0"/>
          </a:p>
          <a:p>
            <a:r>
              <a:rPr lang="en-GB" dirty="0"/>
              <a:t>Save: </a:t>
            </a:r>
            <a:r>
              <a:rPr lang="en-GB" dirty="0" err="1"/>
              <a:t>Lưu</a:t>
            </a:r>
            <a:r>
              <a:rPr lang="en-GB" dirty="0"/>
              <a:t> </a:t>
            </a:r>
            <a:r>
              <a:rPr lang="en-GB" dirty="0" err="1"/>
              <a:t>mã</a:t>
            </a:r>
            <a:r>
              <a:rPr lang="en-GB" dirty="0"/>
              <a:t> </a:t>
            </a:r>
            <a:r>
              <a:rPr lang="en-GB" dirty="0" err="1"/>
              <a:t>lệnh</a:t>
            </a:r>
            <a:r>
              <a:rPr lang="en-GB" dirty="0"/>
              <a:t> </a:t>
            </a:r>
            <a:r>
              <a:rPr lang="en-GB" dirty="0" err="1"/>
              <a:t>vào</a:t>
            </a:r>
            <a:r>
              <a:rPr lang="en-GB" dirty="0"/>
              <a:t> file</a:t>
            </a:r>
          </a:p>
        </p:txBody>
      </p:sp>
      <p:pic>
        <p:nvPicPr>
          <p:cNvPr id="5" name="Picture 4">
            <a:extLst>
              <a:ext uri="{FF2B5EF4-FFF2-40B4-BE49-F238E27FC236}">
                <a16:creationId xmlns:a16="http://schemas.microsoft.com/office/drawing/2014/main" id="{CD072C73-9926-4C34-A0C7-AD18F22C433A}"/>
              </a:ext>
            </a:extLst>
          </p:cNvPr>
          <p:cNvPicPr>
            <a:picLocks noChangeAspect="1"/>
          </p:cNvPicPr>
          <p:nvPr/>
        </p:nvPicPr>
        <p:blipFill>
          <a:blip r:embed="rId2"/>
          <a:stretch>
            <a:fillRect/>
          </a:stretch>
        </p:blipFill>
        <p:spPr>
          <a:xfrm>
            <a:off x="3444900" y="3429000"/>
            <a:ext cx="2190863" cy="1543129"/>
          </a:xfrm>
          <a:prstGeom prst="rect">
            <a:avLst/>
          </a:prstGeom>
        </p:spPr>
      </p:pic>
    </p:spTree>
    <p:extLst>
      <p:ext uri="{BB962C8B-B14F-4D97-AF65-F5344CB8AC3E}">
        <p14:creationId xmlns:p14="http://schemas.microsoft.com/office/powerpoint/2010/main" val="3823983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D3029-7973-4ECC-A0E7-EDE5A19BAC5F}"/>
              </a:ext>
            </a:extLst>
          </p:cNvPr>
          <p:cNvSpPr>
            <a:spLocks noGrp="1"/>
          </p:cNvSpPr>
          <p:nvPr>
            <p:ph type="title"/>
          </p:nvPr>
        </p:nvSpPr>
        <p:spPr/>
        <p:txBody>
          <a:bodyPr/>
          <a:lstStyle/>
          <a:p>
            <a:r>
              <a:rPr lang="en-GB" dirty="0"/>
              <a:t>Thanh </a:t>
            </a:r>
            <a:r>
              <a:rPr lang="en-GB" dirty="0" err="1"/>
              <a:t>chức</a:t>
            </a:r>
            <a:r>
              <a:rPr lang="en-GB" dirty="0"/>
              <a:t> </a:t>
            </a:r>
            <a:r>
              <a:rPr lang="en-GB" dirty="0" err="1"/>
              <a:t>năng</a:t>
            </a:r>
            <a:r>
              <a:rPr lang="en-GB" dirty="0"/>
              <a:t> – </a:t>
            </a:r>
            <a:r>
              <a:rPr lang="en-GB" dirty="0" err="1"/>
              <a:t>Hệ</a:t>
            </a:r>
            <a:r>
              <a:rPr lang="en-GB" dirty="0"/>
              <a:t> </a:t>
            </a:r>
            <a:r>
              <a:rPr lang="en-GB" dirty="0" err="1"/>
              <a:t>thống</a:t>
            </a:r>
            <a:endParaRPr lang="en-GB" dirty="0"/>
          </a:p>
        </p:txBody>
      </p:sp>
      <p:sp>
        <p:nvSpPr>
          <p:cNvPr id="3" name="Content Placeholder 2">
            <a:extLst>
              <a:ext uri="{FF2B5EF4-FFF2-40B4-BE49-F238E27FC236}">
                <a16:creationId xmlns:a16="http://schemas.microsoft.com/office/drawing/2014/main" id="{CA1D8EB8-B72C-4F92-BC1B-13E4812BD671}"/>
              </a:ext>
            </a:extLst>
          </p:cNvPr>
          <p:cNvSpPr>
            <a:spLocks noGrp="1"/>
          </p:cNvSpPr>
          <p:nvPr>
            <p:ph idx="1"/>
          </p:nvPr>
        </p:nvSpPr>
        <p:spPr>
          <a:xfrm>
            <a:off x="838200" y="1819687"/>
            <a:ext cx="10515600" cy="4351338"/>
          </a:xfrm>
        </p:spPr>
        <p:txBody>
          <a:bodyPr/>
          <a:lstStyle/>
          <a:p>
            <a:r>
              <a:rPr lang="en-GB" dirty="0"/>
              <a:t>Run: </a:t>
            </a:r>
            <a:r>
              <a:rPr lang="en-GB" dirty="0" err="1"/>
              <a:t>chạy</a:t>
            </a:r>
            <a:r>
              <a:rPr lang="en-GB" dirty="0"/>
              <a:t> </a:t>
            </a:r>
            <a:r>
              <a:rPr lang="en-GB" dirty="0" err="1"/>
              <a:t>chương</a:t>
            </a:r>
            <a:r>
              <a:rPr lang="en-GB" dirty="0"/>
              <a:t> </a:t>
            </a:r>
            <a:r>
              <a:rPr lang="en-GB" dirty="0" err="1"/>
              <a:t>trình</a:t>
            </a:r>
            <a:endParaRPr lang="en-GB" dirty="0"/>
          </a:p>
          <a:p>
            <a:r>
              <a:rPr lang="en-GB" dirty="0"/>
              <a:t>Debug: </a:t>
            </a:r>
            <a:r>
              <a:rPr lang="en-GB" dirty="0" err="1"/>
              <a:t>chạy</a:t>
            </a:r>
            <a:r>
              <a:rPr lang="en-GB" dirty="0"/>
              <a:t> </a:t>
            </a:r>
            <a:r>
              <a:rPr lang="en-GB" dirty="0" err="1"/>
              <a:t>chương</a:t>
            </a:r>
            <a:r>
              <a:rPr lang="en-GB" dirty="0"/>
              <a:t> </a:t>
            </a:r>
            <a:r>
              <a:rPr lang="en-GB" dirty="0" err="1"/>
              <a:t>trình</a:t>
            </a:r>
            <a:r>
              <a:rPr lang="en-GB" dirty="0"/>
              <a:t> ở </a:t>
            </a:r>
            <a:r>
              <a:rPr lang="en-GB" dirty="0" err="1"/>
              <a:t>chế</a:t>
            </a:r>
            <a:r>
              <a:rPr lang="en-GB" dirty="0"/>
              <a:t> </a:t>
            </a:r>
            <a:r>
              <a:rPr lang="en-GB" dirty="0" err="1"/>
              <a:t>độ</a:t>
            </a:r>
            <a:r>
              <a:rPr lang="en-GB" dirty="0"/>
              <a:t> </a:t>
            </a:r>
            <a:r>
              <a:rPr lang="en-GB" dirty="0" err="1"/>
              <a:t>gỡ</a:t>
            </a:r>
            <a:r>
              <a:rPr lang="en-GB" dirty="0"/>
              <a:t> </a:t>
            </a:r>
            <a:r>
              <a:rPr lang="en-GB" dirty="0" err="1"/>
              <a:t>lỗi</a:t>
            </a:r>
            <a:endParaRPr lang="en-GB" dirty="0"/>
          </a:p>
          <a:p>
            <a:r>
              <a:rPr lang="en-GB" dirty="0"/>
              <a:t>REPL: </a:t>
            </a:r>
            <a:r>
              <a:rPr lang="en-GB" dirty="0" err="1"/>
              <a:t>bật</a:t>
            </a:r>
            <a:r>
              <a:rPr lang="en-GB" dirty="0"/>
              <a:t> </a:t>
            </a:r>
            <a:r>
              <a:rPr lang="en-GB" dirty="0" err="1"/>
              <a:t>cửa</a:t>
            </a:r>
            <a:r>
              <a:rPr lang="en-GB" dirty="0"/>
              <a:t> </a:t>
            </a:r>
            <a:r>
              <a:rPr lang="en-GB" dirty="0" err="1"/>
              <a:t>sổ</a:t>
            </a:r>
            <a:r>
              <a:rPr lang="en-GB" dirty="0"/>
              <a:t> </a:t>
            </a:r>
            <a:r>
              <a:rPr lang="en-GB" dirty="0" err="1"/>
              <a:t>kết</a:t>
            </a:r>
            <a:r>
              <a:rPr lang="en-GB" dirty="0"/>
              <a:t> </a:t>
            </a:r>
            <a:r>
              <a:rPr lang="en-GB" dirty="0" err="1"/>
              <a:t>quả</a:t>
            </a:r>
            <a:r>
              <a:rPr lang="en-GB" dirty="0"/>
              <a:t> </a:t>
            </a:r>
            <a:r>
              <a:rPr lang="en-GB" dirty="0" err="1"/>
              <a:t>khi</a:t>
            </a:r>
            <a:r>
              <a:rPr lang="en-GB" dirty="0"/>
              <a:t> </a:t>
            </a:r>
            <a:r>
              <a:rPr lang="en-GB" dirty="0" err="1"/>
              <a:t>chạy</a:t>
            </a:r>
            <a:r>
              <a:rPr lang="en-GB" dirty="0"/>
              <a:t> </a:t>
            </a:r>
            <a:r>
              <a:rPr lang="en-GB" dirty="0" err="1"/>
              <a:t>chương</a:t>
            </a:r>
            <a:r>
              <a:rPr lang="en-GB" dirty="0"/>
              <a:t> </a:t>
            </a:r>
            <a:r>
              <a:rPr lang="en-GB" dirty="0" err="1"/>
              <a:t>trình</a:t>
            </a:r>
            <a:endParaRPr lang="en-GB" dirty="0"/>
          </a:p>
          <a:p>
            <a:r>
              <a:rPr lang="en-GB" dirty="0"/>
              <a:t>Plotter: </a:t>
            </a:r>
            <a:r>
              <a:rPr lang="en-GB" dirty="0" err="1"/>
              <a:t>Hiệu</a:t>
            </a:r>
            <a:r>
              <a:rPr lang="en-GB" dirty="0"/>
              <a:t> </a:t>
            </a:r>
            <a:r>
              <a:rPr lang="en-GB" dirty="0" err="1"/>
              <a:t>suất</a:t>
            </a:r>
            <a:r>
              <a:rPr lang="en-GB" dirty="0"/>
              <a:t> </a:t>
            </a:r>
            <a:r>
              <a:rPr lang="en-GB" dirty="0" err="1"/>
              <a:t>chương</a:t>
            </a:r>
            <a:r>
              <a:rPr lang="en-GB" dirty="0"/>
              <a:t> </a:t>
            </a:r>
            <a:r>
              <a:rPr lang="en-GB" dirty="0" err="1"/>
              <a:t>trình</a:t>
            </a:r>
            <a:endParaRPr lang="en-GB" dirty="0"/>
          </a:p>
        </p:txBody>
      </p:sp>
      <p:pic>
        <p:nvPicPr>
          <p:cNvPr id="7" name="Picture 6">
            <a:extLst>
              <a:ext uri="{FF2B5EF4-FFF2-40B4-BE49-F238E27FC236}">
                <a16:creationId xmlns:a16="http://schemas.microsoft.com/office/drawing/2014/main" id="{1AC2485E-D4B2-47DE-AC9B-47D716DA9411}"/>
              </a:ext>
            </a:extLst>
          </p:cNvPr>
          <p:cNvPicPr>
            <a:picLocks noChangeAspect="1"/>
          </p:cNvPicPr>
          <p:nvPr/>
        </p:nvPicPr>
        <p:blipFill>
          <a:blip r:embed="rId2"/>
          <a:stretch>
            <a:fillRect/>
          </a:stretch>
        </p:blipFill>
        <p:spPr>
          <a:xfrm>
            <a:off x="4000473" y="3911898"/>
            <a:ext cx="2635385" cy="1219263"/>
          </a:xfrm>
          <a:prstGeom prst="rect">
            <a:avLst/>
          </a:prstGeom>
        </p:spPr>
      </p:pic>
    </p:spTree>
    <p:extLst>
      <p:ext uri="{BB962C8B-B14F-4D97-AF65-F5344CB8AC3E}">
        <p14:creationId xmlns:p14="http://schemas.microsoft.com/office/powerpoint/2010/main" val="25082391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1BCFC-18B4-4D63-AA6B-ED9E481B54F2}"/>
              </a:ext>
            </a:extLst>
          </p:cNvPr>
          <p:cNvSpPr>
            <a:spLocks noGrp="1"/>
          </p:cNvSpPr>
          <p:nvPr>
            <p:ph type="title"/>
          </p:nvPr>
        </p:nvSpPr>
        <p:spPr/>
        <p:txBody>
          <a:bodyPr/>
          <a:lstStyle/>
          <a:p>
            <a:r>
              <a:rPr lang="en-GB" dirty="0"/>
              <a:t>Thanh </a:t>
            </a:r>
            <a:r>
              <a:rPr lang="en-GB" dirty="0" err="1"/>
              <a:t>chức</a:t>
            </a:r>
            <a:r>
              <a:rPr lang="en-GB" dirty="0"/>
              <a:t> </a:t>
            </a:r>
            <a:r>
              <a:rPr lang="en-GB" dirty="0" err="1"/>
              <a:t>năng</a:t>
            </a:r>
            <a:r>
              <a:rPr lang="en-GB" dirty="0"/>
              <a:t> – Zoom</a:t>
            </a:r>
          </a:p>
        </p:txBody>
      </p:sp>
      <p:sp>
        <p:nvSpPr>
          <p:cNvPr id="3" name="Content Placeholder 2">
            <a:extLst>
              <a:ext uri="{FF2B5EF4-FFF2-40B4-BE49-F238E27FC236}">
                <a16:creationId xmlns:a16="http://schemas.microsoft.com/office/drawing/2014/main" id="{53B7EE58-9B12-45FF-B7FD-237A69C8CC6E}"/>
              </a:ext>
            </a:extLst>
          </p:cNvPr>
          <p:cNvSpPr>
            <a:spLocks noGrp="1"/>
          </p:cNvSpPr>
          <p:nvPr>
            <p:ph idx="1"/>
          </p:nvPr>
        </p:nvSpPr>
        <p:spPr/>
        <p:txBody>
          <a:bodyPr/>
          <a:lstStyle/>
          <a:p>
            <a:r>
              <a:rPr lang="en-GB" dirty="0"/>
              <a:t>Zoom in: </a:t>
            </a:r>
            <a:r>
              <a:rPr lang="en-GB" dirty="0" err="1"/>
              <a:t>Phóng</a:t>
            </a:r>
            <a:r>
              <a:rPr lang="en-GB" dirty="0"/>
              <a:t> to </a:t>
            </a:r>
            <a:r>
              <a:rPr lang="en-GB" dirty="0" err="1"/>
              <a:t>mã</a:t>
            </a:r>
            <a:r>
              <a:rPr lang="en-GB" dirty="0"/>
              <a:t> </a:t>
            </a:r>
            <a:r>
              <a:rPr lang="en-GB" dirty="0" err="1"/>
              <a:t>lệnh</a:t>
            </a:r>
            <a:endParaRPr lang="en-GB" dirty="0"/>
          </a:p>
          <a:p>
            <a:r>
              <a:rPr lang="en-GB" dirty="0"/>
              <a:t>Zoom out: Thu </a:t>
            </a:r>
            <a:r>
              <a:rPr lang="en-GB" dirty="0" err="1"/>
              <a:t>nhỏ</a:t>
            </a:r>
            <a:r>
              <a:rPr lang="en-GB" dirty="0"/>
              <a:t> </a:t>
            </a:r>
            <a:r>
              <a:rPr lang="en-GB" dirty="0" err="1"/>
              <a:t>mã</a:t>
            </a:r>
            <a:r>
              <a:rPr lang="en-GB" dirty="0"/>
              <a:t> </a:t>
            </a:r>
            <a:r>
              <a:rPr lang="en-GB" dirty="0" err="1"/>
              <a:t>lệnh</a:t>
            </a:r>
            <a:endParaRPr lang="en-GB" dirty="0"/>
          </a:p>
          <a:p>
            <a:r>
              <a:rPr lang="en-GB" dirty="0"/>
              <a:t>Theme: </a:t>
            </a:r>
            <a:r>
              <a:rPr lang="en-GB" dirty="0" err="1"/>
              <a:t>Chế</a:t>
            </a:r>
            <a:r>
              <a:rPr lang="en-GB" dirty="0"/>
              <a:t> </a:t>
            </a:r>
            <a:r>
              <a:rPr lang="en-GB" dirty="0" err="1"/>
              <a:t>độ</a:t>
            </a:r>
            <a:r>
              <a:rPr lang="en-GB" dirty="0"/>
              <a:t> </a:t>
            </a:r>
            <a:r>
              <a:rPr lang="en-GB" dirty="0" err="1"/>
              <a:t>hiển</a:t>
            </a:r>
            <a:r>
              <a:rPr lang="en-GB" dirty="0"/>
              <a:t> </a:t>
            </a:r>
            <a:r>
              <a:rPr lang="en-GB" dirty="0" err="1"/>
              <a:t>thị</a:t>
            </a:r>
            <a:r>
              <a:rPr lang="en-GB" dirty="0"/>
              <a:t> </a:t>
            </a:r>
            <a:r>
              <a:rPr lang="en-GB" dirty="0" err="1"/>
              <a:t>của</a:t>
            </a:r>
            <a:r>
              <a:rPr lang="en-GB" dirty="0"/>
              <a:t> </a:t>
            </a:r>
            <a:r>
              <a:rPr lang="en-GB" dirty="0" err="1"/>
              <a:t>chương</a:t>
            </a:r>
            <a:r>
              <a:rPr lang="en-GB" dirty="0"/>
              <a:t> </a:t>
            </a:r>
            <a:r>
              <a:rPr lang="en-GB" dirty="0" err="1"/>
              <a:t>trình</a:t>
            </a:r>
            <a:r>
              <a:rPr lang="en-GB" dirty="0"/>
              <a:t> </a:t>
            </a:r>
            <a:r>
              <a:rPr lang="en-GB" dirty="0" err="1"/>
              <a:t>soạn</a:t>
            </a:r>
            <a:r>
              <a:rPr lang="en-GB" dirty="0"/>
              <a:t> </a:t>
            </a:r>
            <a:r>
              <a:rPr lang="en-GB" dirty="0" err="1"/>
              <a:t>thảo</a:t>
            </a:r>
            <a:endParaRPr lang="en-GB" dirty="0"/>
          </a:p>
        </p:txBody>
      </p:sp>
      <p:pic>
        <p:nvPicPr>
          <p:cNvPr id="7" name="Picture 6">
            <a:extLst>
              <a:ext uri="{FF2B5EF4-FFF2-40B4-BE49-F238E27FC236}">
                <a16:creationId xmlns:a16="http://schemas.microsoft.com/office/drawing/2014/main" id="{A31B181A-A0C2-4523-ABA7-B9DB7487FC06}"/>
              </a:ext>
            </a:extLst>
          </p:cNvPr>
          <p:cNvPicPr>
            <a:picLocks noChangeAspect="1"/>
          </p:cNvPicPr>
          <p:nvPr/>
        </p:nvPicPr>
        <p:blipFill>
          <a:blip r:embed="rId2"/>
          <a:stretch>
            <a:fillRect/>
          </a:stretch>
        </p:blipFill>
        <p:spPr>
          <a:xfrm>
            <a:off x="4380037" y="3567640"/>
            <a:ext cx="2375022" cy="1124008"/>
          </a:xfrm>
          <a:prstGeom prst="rect">
            <a:avLst/>
          </a:prstGeom>
        </p:spPr>
      </p:pic>
    </p:spTree>
    <p:extLst>
      <p:ext uri="{BB962C8B-B14F-4D97-AF65-F5344CB8AC3E}">
        <p14:creationId xmlns:p14="http://schemas.microsoft.com/office/powerpoint/2010/main" val="11029834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F2BD2-FA3B-4F8C-8F17-C88EFF6FAB6C}"/>
              </a:ext>
            </a:extLst>
          </p:cNvPr>
          <p:cNvSpPr>
            <a:spLocks noGrp="1"/>
          </p:cNvSpPr>
          <p:nvPr>
            <p:ph type="title"/>
          </p:nvPr>
        </p:nvSpPr>
        <p:spPr/>
        <p:txBody>
          <a:bodyPr/>
          <a:lstStyle/>
          <a:p>
            <a:r>
              <a:rPr lang="en-GB" dirty="0"/>
              <a:t>Thanh </a:t>
            </a:r>
            <a:r>
              <a:rPr lang="en-GB" dirty="0" err="1"/>
              <a:t>chức</a:t>
            </a:r>
            <a:r>
              <a:rPr lang="en-GB" dirty="0"/>
              <a:t> </a:t>
            </a:r>
            <a:r>
              <a:rPr lang="en-GB" dirty="0" err="1"/>
              <a:t>năng</a:t>
            </a:r>
            <a:r>
              <a:rPr lang="en-GB" dirty="0"/>
              <a:t> – </a:t>
            </a:r>
            <a:r>
              <a:rPr lang="en-GB" dirty="0" err="1"/>
              <a:t>Hỗ</a:t>
            </a:r>
            <a:r>
              <a:rPr lang="en-GB" dirty="0"/>
              <a:t> </a:t>
            </a:r>
            <a:r>
              <a:rPr lang="en-GB" dirty="0" err="1"/>
              <a:t>trợ</a:t>
            </a:r>
            <a:endParaRPr lang="en-GB" dirty="0"/>
          </a:p>
        </p:txBody>
      </p:sp>
      <p:sp>
        <p:nvSpPr>
          <p:cNvPr id="3" name="Content Placeholder 2">
            <a:extLst>
              <a:ext uri="{FF2B5EF4-FFF2-40B4-BE49-F238E27FC236}">
                <a16:creationId xmlns:a16="http://schemas.microsoft.com/office/drawing/2014/main" id="{180AC2C1-F9D0-4F91-8846-C0864268C690}"/>
              </a:ext>
            </a:extLst>
          </p:cNvPr>
          <p:cNvSpPr>
            <a:spLocks noGrp="1"/>
          </p:cNvSpPr>
          <p:nvPr>
            <p:ph idx="1"/>
          </p:nvPr>
        </p:nvSpPr>
        <p:spPr/>
        <p:txBody>
          <a:bodyPr/>
          <a:lstStyle/>
          <a:p>
            <a:r>
              <a:rPr lang="en-GB" dirty="0"/>
              <a:t>Check: </a:t>
            </a:r>
            <a:r>
              <a:rPr lang="en-GB" dirty="0" err="1"/>
              <a:t>Kiểm</a:t>
            </a:r>
            <a:r>
              <a:rPr lang="en-GB" dirty="0"/>
              <a:t> </a:t>
            </a:r>
            <a:r>
              <a:rPr lang="en-GB" dirty="0" err="1"/>
              <a:t>tra</a:t>
            </a:r>
            <a:r>
              <a:rPr lang="en-GB" dirty="0"/>
              <a:t> </a:t>
            </a:r>
            <a:r>
              <a:rPr lang="en-GB" dirty="0" err="1"/>
              <a:t>lỗi</a:t>
            </a:r>
            <a:r>
              <a:rPr lang="en-GB" dirty="0"/>
              <a:t> </a:t>
            </a:r>
            <a:r>
              <a:rPr lang="en-GB" dirty="0" err="1"/>
              <a:t>của</a:t>
            </a:r>
            <a:r>
              <a:rPr lang="en-GB" dirty="0"/>
              <a:t> </a:t>
            </a:r>
            <a:r>
              <a:rPr lang="en-GB" dirty="0" err="1"/>
              <a:t>mã</a:t>
            </a:r>
            <a:r>
              <a:rPr lang="en-GB" dirty="0"/>
              <a:t> </a:t>
            </a:r>
            <a:r>
              <a:rPr lang="en-GB" dirty="0" err="1"/>
              <a:t>lệnh</a:t>
            </a:r>
            <a:endParaRPr lang="en-GB" dirty="0"/>
          </a:p>
          <a:p>
            <a:r>
              <a:rPr lang="en-GB" dirty="0"/>
              <a:t>Tidy: </a:t>
            </a:r>
            <a:r>
              <a:rPr lang="en-GB" dirty="0" err="1"/>
              <a:t>Tự</a:t>
            </a:r>
            <a:r>
              <a:rPr lang="en-GB" dirty="0"/>
              <a:t> </a:t>
            </a:r>
            <a:r>
              <a:rPr lang="en-GB" dirty="0" err="1"/>
              <a:t>sắp</a:t>
            </a:r>
            <a:r>
              <a:rPr lang="en-GB" dirty="0"/>
              <a:t> </a:t>
            </a:r>
            <a:r>
              <a:rPr lang="en-GB" dirty="0" err="1"/>
              <a:t>xếp</a:t>
            </a:r>
            <a:r>
              <a:rPr lang="en-GB" dirty="0"/>
              <a:t> </a:t>
            </a:r>
            <a:r>
              <a:rPr lang="en-GB" dirty="0" err="1"/>
              <a:t>lại</a:t>
            </a:r>
            <a:r>
              <a:rPr lang="en-GB" dirty="0"/>
              <a:t> </a:t>
            </a:r>
            <a:r>
              <a:rPr lang="en-GB" dirty="0" err="1"/>
              <a:t>mã</a:t>
            </a:r>
            <a:r>
              <a:rPr lang="en-GB" dirty="0"/>
              <a:t> </a:t>
            </a:r>
            <a:r>
              <a:rPr lang="en-GB" dirty="0" err="1"/>
              <a:t>lệnh</a:t>
            </a:r>
            <a:r>
              <a:rPr lang="en-GB" dirty="0"/>
              <a:t> </a:t>
            </a:r>
            <a:r>
              <a:rPr lang="en-GB" dirty="0" err="1"/>
              <a:t>sao</a:t>
            </a:r>
            <a:r>
              <a:rPr lang="en-GB" dirty="0"/>
              <a:t> </a:t>
            </a:r>
            <a:r>
              <a:rPr lang="en-GB" dirty="0" err="1"/>
              <a:t>cho</a:t>
            </a:r>
            <a:r>
              <a:rPr lang="en-GB" dirty="0"/>
              <a:t> </a:t>
            </a:r>
            <a:r>
              <a:rPr lang="en-GB" dirty="0" err="1"/>
              <a:t>gọn</a:t>
            </a:r>
            <a:r>
              <a:rPr lang="en-GB" dirty="0"/>
              <a:t> </a:t>
            </a:r>
            <a:r>
              <a:rPr lang="en-GB" dirty="0" err="1"/>
              <a:t>gàng</a:t>
            </a:r>
            <a:endParaRPr lang="en-GB" dirty="0"/>
          </a:p>
          <a:p>
            <a:r>
              <a:rPr lang="en-GB" dirty="0"/>
              <a:t>Help: </a:t>
            </a:r>
            <a:r>
              <a:rPr lang="en-GB" dirty="0" err="1"/>
              <a:t>Hỏi</a:t>
            </a:r>
            <a:r>
              <a:rPr lang="en-GB" dirty="0"/>
              <a:t> </a:t>
            </a:r>
            <a:r>
              <a:rPr lang="en-GB" dirty="0" err="1"/>
              <a:t>đáp</a:t>
            </a:r>
            <a:r>
              <a:rPr lang="en-GB" dirty="0"/>
              <a:t>, </a:t>
            </a:r>
            <a:r>
              <a:rPr lang="en-GB" dirty="0" err="1"/>
              <a:t>trợ</a:t>
            </a:r>
            <a:r>
              <a:rPr lang="en-GB" dirty="0"/>
              <a:t> </a:t>
            </a:r>
            <a:r>
              <a:rPr lang="en-GB" dirty="0" err="1"/>
              <a:t>giúp</a:t>
            </a:r>
            <a:endParaRPr lang="en-GB" dirty="0"/>
          </a:p>
        </p:txBody>
      </p:sp>
      <p:pic>
        <p:nvPicPr>
          <p:cNvPr id="5" name="Picture 4">
            <a:extLst>
              <a:ext uri="{FF2B5EF4-FFF2-40B4-BE49-F238E27FC236}">
                <a16:creationId xmlns:a16="http://schemas.microsoft.com/office/drawing/2014/main" id="{08790457-FBC7-4FF7-801A-53C3D946E35A}"/>
              </a:ext>
            </a:extLst>
          </p:cNvPr>
          <p:cNvPicPr>
            <a:picLocks noChangeAspect="1"/>
          </p:cNvPicPr>
          <p:nvPr/>
        </p:nvPicPr>
        <p:blipFill>
          <a:blip r:embed="rId2"/>
          <a:stretch>
            <a:fillRect/>
          </a:stretch>
        </p:blipFill>
        <p:spPr>
          <a:xfrm>
            <a:off x="4407789" y="3516298"/>
            <a:ext cx="2343270" cy="1333569"/>
          </a:xfrm>
          <a:prstGeom prst="rect">
            <a:avLst/>
          </a:prstGeom>
        </p:spPr>
      </p:pic>
    </p:spTree>
    <p:extLst>
      <p:ext uri="{BB962C8B-B14F-4D97-AF65-F5344CB8AC3E}">
        <p14:creationId xmlns:p14="http://schemas.microsoft.com/office/powerpoint/2010/main" val="19187959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C3F6E-5FD1-4E37-A0C9-4E470B2CF0C9}"/>
              </a:ext>
            </a:extLst>
          </p:cNvPr>
          <p:cNvSpPr>
            <a:spLocks noGrp="1"/>
          </p:cNvSpPr>
          <p:nvPr>
            <p:ph type="title"/>
          </p:nvPr>
        </p:nvSpPr>
        <p:spPr/>
        <p:txBody>
          <a:bodyPr/>
          <a:lstStyle/>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
        <p:nvSpPr>
          <p:cNvPr id="3" name="Content Placeholder 2">
            <a:extLst>
              <a:ext uri="{FF2B5EF4-FFF2-40B4-BE49-F238E27FC236}">
                <a16:creationId xmlns:a16="http://schemas.microsoft.com/office/drawing/2014/main" id="{B4A7CF7E-E0AD-49B6-BD68-A0A07C4FFCEE}"/>
              </a:ext>
            </a:extLst>
          </p:cNvPr>
          <p:cNvSpPr>
            <a:spLocks noGrp="1"/>
          </p:cNvSpPr>
          <p:nvPr>
            <p:ph idx="1"/>
          </p:nvPr>
        </p:nvSpPr>
        <p:spPr/>
        <p:txBody>
          <a:bodyPr/>
          <a:lstStyle/>
          <a:p>
            <a:r>
              <a:rPr lang="en-GB" dirty="0" err="1"/>
              <a:t>Viết</a:t>
            </a:r>
            <a:r>
              <a:rPr lang="en-GB" dirty="0"/>
              <a:t> </a:t>
            </a:r>
            <a:r>
              <a:rPr lang="en-GB" dirty="0" err="1"/>
              <a:t>chương</a:t>
            </a:r>
            <a:r>
              <a:rPr lang="en-GB" dirty="0"/>
              <a:t> </a:t>
            </a:r>
            <a:r>
              <a:rPr lang="en-GB" dirty="0" err="1"/>
              <a:t>trình</a:t>
            </a:r>
            <a:r>
              <a:rPr lang="en-GB" dirty="0"/>
              <a:t> Python in </a:t>
            </a:r>
            <a:r>
              <a:rPr lang="en-GB" dirty="0" err="1"/>
              <a:t>ra</a:t>
            </a:r>
            <a:r>
              <a:rPr lang="en-GB" dirty="0"/>
              <a:t> </a:t>
            </a:r>
            <a:r>
              <a:rPr lang="en-GB" dirty="0" err="1"/>
              <a:t>màn</a:t>
            </a:r>
            <a:r>
              <a:rPr lang="en-GB" dirty="0"/>
              <a:t> </a:t>
            </a:r>
            <a:r>
              <a:rPr lang="en-GB" dirty="0" err="1"/>
              <a:t>hình</a:t>
            </a:r>
            <a:r>
              <a:rPr lang="en-GB" dirty="0"/>
              <a:t> </a:t>
            </a:r>
            <a:r>
              <a:rPr lang="en-GB" dirty="0" err="1"/>
              <a:t>dòng</a:t>
            </a:r>
            <a:r>
              <a:rPr lang="en-GB" dirty="0"/>
              <a:t> </a:t>
            </a:r>
            <a:r>
              <a:rPr lang="en-GB" dirty="0" err="1"/>
              <a:t>chữ</a:t>
            </a:r>
            <a:r>
              <a:rPr lang="en-GB" dirty="0"/>
              <a:t>: </a:t>
            </a:r>
            <a:r>
              <a:rPr lang="en-GB" dirty="0">
                <a:solidFill>
                  <a:srgbClr val="FF0000"/>
                </a:solidFill>
              </a:rPr>
              <a:t>Xin </a:t>
            </a:r>
            <a:r>
              <a:rPr lang="en-GB" dirty="0" err="1">
                <a:solidFill>
                  <a:srgbClr val="FF0000"/>
                </a:solidFill>
              </a:rPr>
              <a:t>chào</a:t>
            </a:r>
            <a:r>
              <a:rPr lang="en-GB" dirty="0">
                <a:solidFill>
                  <a:srgbClr val="FF0000"/>
                </a:solidFill>
              </a:rPr>
              <a:t>! </a:t>
            </a:r>
            <a:r>
              <a:rPr lang="en-GB" dirty="0" err="1">
                <a:solidFill>
                  <a:srgbClr val="FF0000"/>
                </a:solidFill>
              </a:rPr>
              <a:t>Tôi</a:t>
            </a:r>
            <a:r>
              <a:rPr lang="en-GB" dirty="0">
                <a:solidFill>
                  <a:srgbClr val="FF0000"/>
                </a:solidFill>
              </a:rPr>
              <a:t> </a:t>
            </a:r>
            <a:r>
              <a:rPr lang="en-GB" dirty="0" err="1">
                <a:solidFill>
                  <a:srgbClr val="FF0000"/>
                </a:solidFill>
              </a:rPr>
              <a:t>là</a:t>
            </a:r>
            <a:r>
              <a:rPr lang="en-GB" dirty="0">
                <a:solidFill>
                  <a:srgbClr val="FF0000"/>
                </a:solidFill>
              </a:rPr>
              <a:t> </a:t>
            </a:r>
            <a:r>
              <a:rPr lang="en-GB" dirty="0" err="1">
                <a:solidFill>
                  <a:srgbClr val="FF0000"/>
                </a:solidFill>
              </a:rPr>
              <a:t>học</a:t>
            </a:r>
            <a:r>
              <a:rPr lang="en-GB" dirty="0">
                <a:solidFill>
                  <a:srgbClr val="FF0000"/>
                </a:solidFill>
              </a:rPr>
              <a:t> </a:t>
            </a:r>
            <a:r>
              <a:rPr lang="en-GB" dirty="0" err="1">
                <a:solidFill>
                  <a:srgbClr val="FF0000"/>
                </a:solidFill>
              </a:rPr>
              <a:t>viên</a:t>
            </a:r>
            <a:r>
              <a:rPr lang="en-GB" dirty="0">
                <a:solidFill>
                  <a:srgbClr val="FF0000"/>
                </a:solidFill>
              </a:rPr>
              <a:t> </a:t>
            </a:r>
            <a:r>
              <a:rPr lang="en-GB" dirty="0" err="1">
                <a:solidFill>
                  <a:srgbClr val="FF0000"/>
                </a:solidFill>
              </a:rPr>
              <a:t>Kocun</a:t>
            </a:r>
            <a:endParaRPr lang="en-GB" dirty="0">
              <a:solidFill>
                <a:srgbClr val="FF0000"/>
              </a:solidFill>
            </a:endParaRPr>
          </a:p>
          <a:p>
            <a:r>
              <a:rPr lang="en-GB" dirty="0" err="1"/>
              <a:t>Bước</a:t>
            </a:r>
            <a:r>
              <a:rPr lang="en-GB" dirty="0"/>
              <a:t> 1: </a:t>
            </a:r>
            <a:r>
              <a:rPr lang="en-GB" dirty="0" err="1"/>
              <a:t>mở</a:t>
            </a:r>
            <a:r>
              <a:rPr lang="en-GB" dirty="0"/>
              <a:t> </a:t>
            </a:r>
            <a:r>
              <a:rPr lang="en-GB" dirty="0" err="1"/>
              <a:t>chương</a:t>
            </a:r>
            <a:r>
              <a:rPr lang="en-GB" dirty="0"/>
              <a:t> </a:t>
            </a:r>
            <a:r>
              <a:rPr lang="en-GB" dirty="0" err="1"/>
              <a:t>trình</a:t>
            </a:r>
            <a:r>
              <a:rPr lang="en-GB" dirty="0"/>
              <a:t> </a:t>
            </a:r>
            <a:r>
              <a:rPr lang="en-GB" dirty="0" err="1"/>
              <a:t>soạn</a:t>
            </a:r>
            <a:r>
              <a:rPr lang="en-GB" dirty="0"/>
              <a:t> </a:t>
            </a:r>
            <a:r>
              <a:rPr lang="en-GB" dirty="0" err="1"/>
              <a:t>thảo</a:t>
            </a:r>
            <a:endParaRPr lang="en-GB" dirty="0"/>
          </a:p>
          <a:p>
            <a:r>
              <a:rPr lang="en-GB" dirty="0" err="1"/>
              <a:t>Bước</a:t>
            </a:r>
            <a:r>
              <a:rPr lang="en-GB" dirty="0"/>
              <a:t> 2: Click </a:t>
            </a:r>
            <a:r>
              <a:rPr lang="en-GB" dirty="0" err="1"/>
              <a:t>vào</a:t>
            </a:r>
            <a:r>
              <a:rPr lang="en-GB" dirty="0"/>
              <a:t> </a:t>
            </a:r>
            <a:r>
              <a:rPr lang="en-GB" dirty="0" err="1"/>
              <a:t>nút</a:t>
            </a:r>
            <a:r>
              <a:rPr lang="en-GB" dirty="0"/>
              <a:t> “New”</a:t>
            </a:r>
          </a:p>
        </p:txBody>
      </p:sp>
      <p:pic>
        <p:nvPicPr>
          <p:cNvPr id="5" name="Picture 4">
            <a:extLst>
              <a:ext uri="{FF2B5EF4-FFF2-40B4-BE49-F238E27FC236}">
                <a16:creationId xmlns:a16="http://schemas.microsoft.com/office/drawing/2014/main" id="{81AC6F35-E5A0-404B-A69B-6560E7432BF8}"/>
              </a:ext>
            </a:extLst>
          </p:cNvPr>
          <p:cNvPicPr>
            <a:picLocks noChangeAspect="1"/>
          </p:cNvPicPr>
          <p:nvPr/>
        </p:nvPicPr>
        <p:blipFill>
          <a:blip r:embed="rId2"/>
          <a:stretch>
            <a:fillRect/>
          </a:stretch>
        </p:blipFill>
        <p:spPr>
          <a:xfrm>
            <a:off x="2160722" y="3687288"/>
            <a:ext cx="7050572" cy="2872583"/>
          </a:xfrm>
          <a:prstGeom prst="rect">
            <a:avLst/>
          </a:prstGeom>
        </p:spPr>
      </p:pic>
    </p:spTree>
    <p:extLst>
      <p:ext uri="{BB962C8B-B14F-4D97-AF65-F5344CB8AC3E}">
        <p14:creationId xmlns:p14="http://schemas.microsoft.com/office/powerpoint/2010/main" val="17968868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DE3F4-1C2A-4B9A-99F5-AA5F4F3F8871}"/>
              </a:ext>
            </a:extLst>
          </p:cNvPr>
          <p:cNvSpPr>
            <a:spLocks noGrp="1"/>
          </p:cNvSpPr>
          <p:nvPr>
            <p:ph type="title"/>
          </p:nvPr>
        </p:nvSpPr>
        <p:spPr/>
        <p:txBody>
          <a:bodyPr/>
          <a:lstStyle/>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
        <p:nvSpPr>
          <p:cNvPr id="3" name="Content Placeholder 2">
            <a:extLst>
              <a:ext uri="{FF2B5EF4-FFF2-40B4-BE49-F238E27FC236}">
                <a16:creationId xmlns:a16="http://schemas.microsoft.com/office/drawing/2014/main" id="{F016BF0B-1D31-43E0-B53D-26902D815B37}"/>
              </a:ext>
            </a:extLst>
          </p:cNvPr>
          <p:cNvSpPr>
            <a:spLocks noGrp="1"/>
          </p:cNvSpPr>
          <p:nvPr>
            <p:ph idx="1"/>
          </p:nvPr>
        </p:nvSpPr>
        <p:spPr/>
        <p:txBody>
          <a:bodyPr/>
          <a:lstStyle/>
          <a:p>
            <a:r>
              <a:rPr lang="en-GB" dirty="0" err="1"/>
              <a:t>Bước</a:t>
            </a:r>
            <a:r>
              <a:rPr lang="en-GB" dirty="0"/>
              <a:t> 3: </a:t>
            </a:r>
            <a:r>
              <a:rPr lang="en-GB" dirty="0" err="1"/>
              <a:t>Viết</a:t>
            </a:r>
            <a:r>
              <a:rPr lang="en-GB" dirty="0"/>
              <a:t> </a:t>
            </a:r>
            <a:r>
              <a:rPr lang="en-GB" dirty="0" err="1"/>
              <a:t>vào</a:t>
            </a:r>
            <a:r>
              <a:rPr lang="en-GB" dirty="0"/>
              <a:t> </a:t>
            </a:r>
            <a:r>
              <a:rPr lang="en-GB" dirty="0" err="1"/>
              <a:t>câu</a:t>
            </a:r>
            <a:r>
              <a:rPr lang="en-GB" dirty="0"/>
              <a:t> </a:t>
            </a:r>
            <a:r>
              <a:rPr lang="en-GB" dirty="0" err="1"/>
              <a:t>lệnh</a:t>
            </a:r>
            <a:r>
              <a:rPr lang="en-GB" dirty="0"/>
              <a:t>: </a:t>
            </a:r>
            <a:r>
              <a:rPr lang="en-GB" dirty="0">
                <a:solidFill>
                  <a:srgbClr val="FF0000"/>
                </a:solidFill>
              </a:rPr>
              <a:t>print("Xin </a:t>
            </a:r>
            <a:r>
              <a:rPr lang="en-GB" dirty="0" err="1">
                <a:solidFill>
                  <a:srgbClr val="FF0000"/>
                </a:solidFill>
              </a:rPr>
              <a:t>chào</a:t>
            </a:r>
            <a:r>
              <a:rPr lang="en-GB" dirty="0">
                <a:solidFill>
                  <a:srgbClr val="FF0000"/>
                </a:solidFill>
              </a:rPr>
              <a:t>! </a:t>
            </a:r>
            <a:r>
              <a:rPr lang="en-GB" dirty="0" err="1">
                <a:solidFill>
                  <a:srgbClr val="FF0000"/>
                </a:solidFill>
              </a:rPr>
              <a:t>Tôi</a:t>
            </a:r>
            <a:r>
              <a:rPr lang="en-GB" dirty="0">
                <a:solidFill>
                  <a:srgbClr val="FF0000"/>
                </a:solidFill>
              </a:rPr>
              <a:t> </a:t>
            </a:r>
            <a:r>
              <a:rPr lang="en-GB" dirty="0" err="1">
                <a:solidFill>
                  <a:srgbClr val="FF0000"/>
                </a:solidFill>
              </a:rPr>
              <a:t>là</a:t>
            </a:r>
            <a:r>
              <a:rPr lang="en-GB" dirty="0">
                <a:solidFill>
                  <a:srgbClr val="FF0000"/>
                </a:solidFill>
              </a:rPr>
              <a:t> </a:t>
            </a:r>
            <a:r>
              <a:rPr lang="en-GB" dirty="0" err="1">
                <a:solidFill>
                  <a:srgbClr val="FF0000"/>
                </a:solidFill>
              </a:rPr>
              <a:t>học</a:t>
            </a:r>
            <a:r>
              <a:rPr lang="en-GB" dirty="0">
                <a:solidFill>
                  <a:srgbClr val="FF0000"/>
                </a:solidFill>
              </a:rPr>
              <a:t> </a:t>
            </a:r>
            <a:r>
              <a:rPr lang="en-GB" dirty="0" err="1">
                <a:solidFill>
                  <a:srgbClr val="FF0000"/>
                </a:solidFill>
              </a:rPr>
              <a:t>viên</a:t>
            </a:r>
            <a:r>
              <a:rPr lang="en-GB" dirty="0">
                <a:solidFill>
                  <a:srgbClr val="FF0000"/>
                </a:solidFill>
              </a:rPr>
              <a:t> </a:t>
            </a:r>
            <a:r>
              <a:rPr lang="en-GB" dirty="0" err="1">
                <a:solidFill>
                  <a:srgbClr val="FF0000"/>
                </a:solidFill>
              </a:rPr>
              <a:t>Kocun</a:t>
            </a:r>
            <a:r>
              <a:rPr lang="en-GB" dirty="0">
                <a:solidFill>
                  <a:srgbClr val="FF0000"/>
                </a:solidFill>
              </a:rPr>
              <a:t>");</a:t>
            </a:r>
          </a:p>
          <a:p>
            <a:endParaRPr lang="en-GB" dirty="0"/>
          </a:p>
        </p:txBody>
      </p:sp>
      <p:pic>
        <p:nvPicPr>
          <p:cNvPr id="5" name="Picture 4">
            <a:extLst>
              <a:ext uri="{FF2B5EF4-FFF2-40B4-BE49-F238E27FC236}">
                <a16:creationId xmlns:a16="http://schemas.microsoft.com/office/drawing/2014/main" id="{9238A7B9-A77F-4EB0-948F-2253CFAF9DF3}"/>
              </a:ext>
            </a:extLst>
          </p:cNvPr>
          <p:cNvPicPr>
            <a:picLocks noChangeAspect="1"/>
          </p:cNvPicPr>
          <p:nvPr/>
        </p:nvPicPr>
        <p:blipFill>
          <a:blip r:embed="rId2"/>
          <a:stretch>
            <a:fillRect/>
          </a:stretch>
        </p:blipFill>
        <p:spPr>
          <a:xfrm>
            <a:off x="1986375" y="2405967"/>
            <a:ext cx="7150467" cy="2521080"/>
          </a:xfrm>
          <a:prstGeom prst="rect">
            <a:avLst/>
          </a:prstGeom>
        </p:spPr>
      </p:pic>
    </p:spTree>
    <p:extLst>
      <p:ext uri="{BB962C8B-B14F-4D97-AF65-F5344CB8AC3E}">
        <p14:creationId xmlns:p14="http://schemas.microsoft.com/office/powerpoint/2010/main" val="1509144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2204F-DA9C-4F8F-B493-3535AD490746}"/>
              </a:ext>
            </a:extLst>
          </p:cNvPr>
          <p:cNvSpPr>
            <a:spLocks noGrp="1"/>
          </p:cNvSpPr>
          <p:nvPr>
            <p:ph type="title"/>
          </p:nvPr>
        </p:nvSpPr>
        <p:spPr/>
        <p:txBody>
          <a:bodyPr/>
          <a:lstStyle/>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
        <p:nvSpPr>
          <p:cNvPr id="3" name="Content Placeholder 2">
            <a:extLst>
              <a:ext uri="{FF2B5EF4-FFF2-40B4-BE49-F238E27FC236}">
                <a16:creationId xmlns:a16="http://schemas.microsoft.com/office/drawing/2014/main" id="{8B66F456-F8F1-4DBE-9E9C-E44218A2AE23}"/>
              </a:ext>
            </a:extLst>
          </p:cNvPr>
          <p:cNvSpPr>
            <a:spLocks noGrp="1"/>
          </p:cNvSpPr>
          <p:nvPr>
            <p:ph idx="1"/>
          </p:nvPr>
        </p:nvSpPr>
        <p:spPr/>
        <p:txBody>
          <a:bodyPr/>
          <a:lstStyle/>
          <a:p>
            <a:r>
              <a:rPr lang="en-GB" dirty="0" err="1"/>
              <a:t>Bước</a:t>
            </a:r>
            <a:r>
              <a:rPr lang="en-GB" dirty="0"/>
              <a:t> 4: </a:t>
            </a:r>
            <a:r>
              <a:rPr lang="en-GB" dirty="0" err="1"/>
              <a:t>Lưu</a:t>
            </a:r>
            <a:r>
              <a:rPr lang="en-GB" dirty="0"/>
              <a:t> </a:t>
            </a:r>
            <a:r>
              <a:rPr lang="en-GB" dirty="0" err="1"/>
              <a:t>mã</a:t>
            </a:r>
            <a:r>
              <a:rPr lang="en-GB" dirty="0"/>
              <a:t> </a:t>
            </a:r>
            <a:r>
              <a:rPr lang="en-GB" dirty="0" err="1"/>
              <a:t>lệnh</a:t>
            </a:r>
            <a:r>
              <a:rPr lang="en-GB" dirty="0"/>
              <a:t> </a:t>
            </a:r>
            <a:r>
              <a:rPr lang="en-GB" dirty="0" err="1"/>
              <a:t>bằng</a:t>
            </a:r>
            <a:r>
              <a:rPr lang="en-GB" dirty="0"/>
              <a:t> </a:t>
            </a:r>
            <a:r>
              <a:rPr lang="en-GB" dirty="0" err="1"/>
              <a:t>cách</a:t>
            </a:r>
            <a:r>
              <a:rPr lang="en-GB" dirty="0"/>
              <a:t> </a:t>
            </a:r>
            <a:r>
              <a:rPr lang="en-GB" dirty="0" err="1"/>
              <a:t>bấm</a:t>
            </a:r>
            <a:r>
              <a:rPr lang="en-GB" dirty="0"/>
              <a:t> </a:t>
            </a:r>
            <a:r>
              <a:rPr lang="en-GB" dirty="0" err="1"/>
              <a:t>vào</a:t>
            </a:r>
            <a:r>
              <a:rPr lang="en-GB" dirty="0"/>
              <a:t> </a:t>
            </a:r>
            <a:r>
              <a:rPr lang="en-GB" dirty="0" err="1"/>
              <a:t>nút</a:t>
            </a:r>
            <a:r>
              <a:rPr lang="en-GB" dirty="0"/>
              <a:t> </a:t>
            </a:r>
            <a:r>
              <a:rPr lang="en-GB" dirty="0">
                <a:solidFill>
                  <a:srgbClr val="FF0000"/>
                </a:solidFill>
              </a:rPr>
              <a:t>“Save”</a:t>
            </a:r>
            <a:r>
              <a:rPr lang="en-GB" dirty="0"/>
              <a:t>. </a:t>
            </a:r>
          </a:p>
        </p:txBody>
      </p:sp>
      <p:pic>
        <p:nvPicPr>
          <p:cNvPr id="5" name="Picture 4">
            <a:extLst>
              <a:ext uri="{FF2B5EF4-FFF2-40B4-BE49-F238E27FC236}">
                <a16:creationId xmlns:a16="http://schemas.microsoft.com/office/drawing/2014/main" id="{329ED909-5409-41E6-B5F1-91F49378B4DD}"/>
              </a:ext>
            </a:extLst>
          </p:cNvPr>
          <p:cNvPicPr>
            <a:picLocks noChangeAspect="1"/>
          </p:cNvPicPr>
          <p:nvPr/>
        </p:nvPicPr>
        <p:blipFill>
          <a:blip r:embed="rId2"/>
          <a:stretch>
            <a:fillRect/>
          </a:stretch>
        </p:blipFill>
        <p:spPr>
          <a:xfrm>
            <a:off x="2806406" y="2423779"/>
            <a:ext cx="5672576" cy="2887563"/>
          </a:xfrm>
          <a:prstGeom prst="rect">
            <a:avLst/>
          </a:prstGeom>
        </p:spPr>
      </p:pic>
    </p:spTree>
    <p:extLst>
      <p:ext uri="{BB962C8B-B14F-4D97-AF65-F5344CB8AC3E}">
        <p14:creationId xmlns:p14="http://schemas.microsoft.com/office/powerpoint/2010/main" val="367668917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2204F-DA9C-4F8F-B493-3535AD490746}"/>
              </a:ext>
            </a:extLst>
          </p:cNvPr>
          <p:cNvSpPr>
            <a:spLocks noGrp="1"/>
          </p:cNvSpPr>
          <p:nvPr>
            <p:ph type="title"/>
          </p:nvPr>
        </p:nvSpPr>
        <p:spPr/>
        <p:txBody>
          <a:bodyPr/>
          <a:lstStyle/>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
        <p:nvSpPr>
          <p:cNvPr id="3" name="Content Placeholder 2">
            <a:extLst>
              <a:ext uri="{FF2B5EF4-FFF2-40B4-BE49-F238E27FC236}">
                <a16:creationId xmlns:a16="http://schemas.microsoft.com/office/drawing/2014/main" id="{8B66F456-F8F1-4DBE-9E9C-E44218A2AE23}"/>
              </a:ext>
            </a:extLst>
          </p:cNvPr>
          <p:cNvSpPr>
            <a:spLocks noGrp="1"/>
          </p:cNvSpPr>
          <p:nvPr>
            <p:ph idx="1"/>
          </p:nvPr>
        </p:nvSpPr>
        <p:spPr/>
        <p:txBody>
          <a:bodyPr/>
          <a:lstStyle/>
          <a:p>
            <a:r>
              <a:rPr lang="en-GB" dirty="0" err="1"/>
              <a:t>Bước</a:t>
            </a:r>
            <a:r>
              <a:rPr lang="en-GB" dirty="0"/>
              <a:t> 5: </a:t>
            </a:r>
            <a:r>
              <a:rPr lang="en-GB" dirty="0" err="1"/>
              <a:t>Chọn</a:t>
            </a:r>
            <a:r>
              <a:rPr lang="en-GB" dirty="0"/>
              <a:t> </a:t>
            </a:r>
            <a:r>
              <a:rPr lang="en-GB" dirty="0" err="1"/>
              <a:t>đường</a:t>
            </a:r>
            <a:r>
              <a:rPr lang="en-GB" dirty="0"/>
              <a:t> </a:t>
            </a:r>
            <a:r>
              <a:rPr lang="en-GB" dirty="0" err="1"/>
              <a:t>dẫn</a:t>
            </a:r>
            <a:r>
              <a:rPr lang="en-GB" dirty="0"/>
              <a:t> </a:t>
            </a:r>
            <a:r>
              <a:rPr lang="en-GB" dirty="0" err="1"/>
              <a:t>lưu</a:t>
            </a:r>
            <a:r>
              <a:rPr lang="en-GB" dirty="0"/>
              <a:t> file, </a:t>
            </a:r>
            <a:r>
              <a:rPr lang="en-GB" dirty="0" err="1"/>
              <a:t>đặt</a:t>
            </a:r>
            <a:r>
              <a:rPr lang="en-GB" dirty="0"/>
              <a:t> </a:t>
            </a:r>
            <a:r>
              <a:rPr lang="en-GB" dirty="0" err="1"/>
              <a:t>tên</a:t>
            </a:r>
            <a:r>
              <a:rPr lang="en-GB" dirty="0"/>
              <a:t> file </a:t>
            </a:r>
            <a:r>
              <a:rPr lang="en-GB" dirty="0" err="1"/>
              <a:t>và</a:t>
            </a:r>
            <a:r>
              <a:rPr lang="en-GB" dirty="0"/>
              <a:t> </a:t>
            </a:r>
            <a:r>
              <a:rPr lang="en-GB" dirty="0" err="1"/>
              <a:t>bấm</a:t>
            </a:r>
            <a:r>
              <a:rPr lang="en-GB" dirty="0"/>
              <a:t> </a:t>
            </a:r>
            <a:r>
              <a:rPr lang="en-GB" dirty="0" err="1"/>
              <a:t>nút</a:t>
            </a:r>
            <a:r>
              <a:rPr lang="en-GB" dirty="0"/>
              <a:t> </a:t>
            </a:r>
            <a:r>
              <a:rPr lang="en-GB" dirty="0">
                <a:solidFill>
                  <a:srgbClr val="FF0000"/>
                </a:solidFill>
              </a:rPr>
              <a:t>“Save”</a:t>
            </a:r>
            <a:r>
              <a:rPr lang="en-GB" dirty="0"/>
              <a:t>:</a:t>
            </a:r>
          </a:p>
        </p:txBody>
      </p:sp>
      <p:pic>
        <p:nvPicPr>
          <p:cNvPr id="6" name="Picture 5">
            <a:extLst>
              <a:ext uri="{FF2B5EF4-FFF2-40B4-BE49-F238E27FC236}">
                <a16:creationId xmlns:a16="http://schemas.microsoft.com/office/drawing/2014/main" id="{097BFF29-EA9A-4C59-BBD0-330281AECD03}"/>
              </a:ext>
            </a:extLst>
          </p:cNvPr>
          <p:cNvPicPr>
            <a:picLocks noChangeAspect="1"/>
          </p:cNvPicPr>
          <p:nvPr/>
        </p:nvPicPr>
        <p:blipFill>
          <a:blip r:embed="rId2"/>
          <a:stretch>
            <a:fillRect/>
          </a:stretch>
        </p:blipFill>
        <p:spPr>
          <a:xfrm>
            <a:off x="2582883" y="2280923"/>
            <a:ext cx="6535208" cy="4349231"/>
          </a:xfrm>
          <a:prstGeom prst="rect">
            <a:avLst/>
          </a:prstGeom>
        </p:spPr>
      </p:pic>
    </p:spTree>
    <p:extLst>
      <p:ext uri="{BB962C8B-B14F-4D97-AF65-F5344CB8AC3E}">
        <p14:creationId xmlns:p14="http://schemas.microsoft.com/office/powerpoint/2010/main" val="37542727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2204F-DA9C-4F8F-B493-3535AD490746}"/>
              </a:ext>
            </a:extLst>
          </p:cNvPr>
          <p:cNvSpPr>
            <a:spLocks noGrp="1"/>
          </p:cNvSpPr>
          <p:nvPr>
            <p:ph type="title"/>
          </p:nvPr>
        </p:nvSpPr>
        <p:spPr/>
        <p:txBody>
          <a:bodyPr/>
          <a:lstStyle/>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
        <p:nvSpPr>
          <p:cNvPr id="3" name="Content Placeholder 2">
            <a:extLst>
              <a:ext uri="{FF2B5EF4-FFF2-40B4-BE49-F238E27FC236}">
                <a16:creationId xmlns:a16="http://schemas.microsoft.com/office/drawing/2014/main" id="{8B66F456-F8F1-4DBE-9E9C-E44218A2AE23}"/>
              </a:ext>
            </a:extLst>
          </p:cNvPr>
          <p:cNvSpPr>
            <a:spLocks noGrp="1"/>
          </p:cNvSpPr>
          <p:nvPr>
            <p:ph idx="1"/>
          </p:nvPr>
        </p:nvSpPr>
        <p:spPr/>
        <p:txBody>
          <a:bodyPr/>
          <a:lstStyle/>
          <a:p>
            <a:r>
              <a:rPr lang="en-GB" dirty="0" err="1"/>
              <a:t>Bước</a:t>
            </a:r>
            <a:r>
              <a:rPr lang="en-GB" dirty="0"/>
              <a:t> 6: </a:t>
            </a:r>
            <a:r>
              <a:rPr lang="en-GB" dirty="0" err="1"/>
              <a:t>Chạy</a:t>
            </a:r>
            <a:r>
              <a:rPr lang="en-GB" dirty="0"/>
              <a:t> </a:t>
            </a:r>
            <a:r>
              <a:rPr lang="en-GB" dirty="0" err="1"/>
              <a:t>chương</a:t>
            </a:r>
            <a:r>
              <a:rPr lang="en-GB" dirty="0"/>
              <a:t> </a:t>
            </a:r>
            <a:r>
              <a:rPr lang="en-GB" dirty="0" err="1"/>
              <a:t>trình</a:t>
            </a:r>
            <a:r>
              <a:rPr lang="en-GB" dirty="0"/>
              <a:t> </a:t>
            </a:r>
            <a:r>
              <a:rPr lang="en-GB" dirty="0" err="1"/>
              <a:t>bằng</a:t>
            </a:r>
            <a:r>
              <a:rPr lang="en-GB" dirty="0"/>
              <a:t> </a:t>
            </a:r>
            <a:r>
              <a:rPr lang="en-GB" dirty="0" err="1"/>
              <a:t>cách</a:t>
            </a:r>
            <a:r>
              <a:rPr lang="en-GB" dirty="0"/>
              <a:t> </a:t>
            </a:r>
            <a:r>
              <a:rPr lang="en-GB" dirty="0" err="1"/>
              <a:t>bấm</a:t>
            </a:r>
            <a:r>
              <a:rPr lang="en-GB" dirty="0"/>
              <a:t> </a:t>
            </a:r>
            <a:r>
              <a:rPr lang="en-GB" dirty="0" err="1"/>
              <a:t>vào</a:t>
            </a:r>
            <a:r>
              <a:rPr lang="en-GB" dirty="0"/>
              <a:t> </a:t>
            </a:r>
            <a:r>
              <a:rPr lang="en-GB" dirty="0" err="1"/>
              <a:t>nút</a:t>
            </a:r>
            <a:r>
              <a:rPr lang="en-GB" dirty="0"/>
              <a:t> </a:t>
            </a:r>
            <a:r>
              <a:rPr lang="en-GB" dirty="0">
                <a:solidFill>
                  <a:srgbClr val="FF0000"/>
                </a:solidFill>
              </a:rPr>
              <a:t>“Run”</a:t>
            </a:r>
            <a:r>
              <a:rPr lang="en-GB" dirty="0"/>
              <a:t> </a:t>
            </a:r>
            <a:r>
              <a:rPr lang="en-GB" dirty="0" err="1"/>
              <a:t>và</a:t>
            </a:r>
            <a:r>
              <a:rPr lang="en-GB" dirty="0"/>
              <a:t> </a:t>
            </a:r>
            <a:r>
              <a:rPr lang="en-GB" dirty="0" err="1"/>
              <a:t>xem</a:t>
            </a:r>
            <a:r>
              <a:rPr lang="en-GB" dirty="0"/>
              <a:t> </a:t>
            </a:r>
            <a:r>
              <a:rPr lang="en-GB" dirty="0" err="1"/>
              <a:t>kết</a:t>
            </a:r>
            <a:r>
              <a:rPr lang="en-GB" dirty="0"/>
              <a:t> </a:t>
            </a:r>
            <a:r>
              <a:rPr lang="en-GB" dirty="0" err="1"/>
              <a:t>quả</a:t>
            </a:r>
            <a:r>
              <a:rPr lang="en-GB" dirty="0"/>
              <a:t> </a:t>
            </a:r>
            <a:r>
              <a:rPr lang="en-GB" dirty="0" err="1"/>
              <a:t>hiện</a:t>
            </a:r>
            <a:r>
              <a:rPr lang="en-GB" dirty="0"/>
              <a:t> </a:t>
            </a:r>
            <a:r>
              <a:rPr lang="en-GB" dirty="0" err="1"/>
              <a:t>ra</a:t>
            </a:r>
            <a:r>
              <a:rPr lang="en-GB" dirty="0"/>
              <a:t> ở </a:t>
            </a:r>
            <a:r>
              <a:rPr lang="en-GB" dirty="0" err="1"/>
              <a:t>bên</a:t>
            </a:r>
            <a:r>
              <a:rPr lang="en-GB" dirty="0"/>
              <a:t> </a:t>
            </a:r>
            <a:r>
              <a:rPr lang="en-GB" dirty="0" err="1"/>
              <a:t>dưới</a:t>
            </a:r>
            <a:r>
              <a:rPr lang="en-GB" dirty="0"/>
              <a:t>:</a:t>
            </a:r>
          </a:p>
        </p:txBody>
      </p:sp>
      <p:pic>
        <p:nvPicPr>
          <p:cNvPr id="8" name="Picture 7">
            <a:extLst>
              <a:ext uri="{FF2B5EF4-FFF2-40B4-BE49-F238E27FC236}">
                <a16:creationId xmlns:a16="http://schemas.microsoft.com/office/drawing/2014/main" id="{19D51352-0D07-496C-A152-A14C7C9B30AB}"/>
              </a:ext>
            </a:extLst>
          </p:cNvPr>
          <p:cNvPicPr>
            <a:picLocks noChangeAspect="1"/>
          </p:cNvPicPr>
          <p:nvPr/>
        </p:nvPicPr>
        <p:blipFill>
          <a:blip r:embed="rId2"/>
          <a:stretch>
            <a:fillRect/>
          </a:stretch>
        </p:blipFill>
        <p:spPr>
          <a:xfrm>
            <a:off x="3218868" y="2606799"/>
            <a:ext cx="4670460" cy="3705101"/>
          </a:xfrm>
          <a:prstGeom prst="rect">
            <a:avLst/>
          </a:prstGeom>
        </p:spPr>
      </p:pic>
    </p:spTree>
    <p:extLst>
      <p:ext uri="{BB962C8B-B14F-4D97-AF65-F5344CB8AC3E}">
        <p14:creationId xmlns:p14="http://schemas.microsoft.com/office/powerpoint/2010/main" val="14170579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2E4D6-76FE-42EE-8B01-76CDAFB03677}"/>
              </a:ext>
            </a:extLst>
          </p:cNvPr>
          <p:cNvSpPr>
            <a:spLocks noGrp="1"/>
          </p:cNvSpPr>
          <p:nvPr>
            <p:ph type="title"/>
          </p:nvPr>
        </p:nvSpPr>
        <p:spPr>
          <a:xfrm>
            <a:off x="992579" y="2817380"/>
            <a:ext cx="10515600" cy="1325563"/>
          </a:xfrm>
        </p:spPr>
        <p:txBody>
          <a:bodyPr/>
          <a:lstStyle/>
          <a:p>
            <a:pPr algn="ctr"/>
            <a:r>
              <a:rPr lang="en-GB" dirty="0" err="1"/>
              <a:t>Kết</a:t>
            </a:r>
            <a:r>
              <a:rPr lang="en-GB" dirty="0"/>
              <a:t> </a:t>
            </a:r>
            <a:r>
              <a:rPr lang="en-GB" dirty="0" err="1"/>
              <a:t>thúc</a:t>
            </a:r>
            <a:r>
              <a:rPr lang="en-GB" dirty="0"/>
              <a:t> </a:t>
            </a:r>
            <a:r>
              <a:rPr lang="en-GB" dirty="0" err="1"/>
              <a:t>buổi</a:t>
            </a:r>
            <a:r>
              <a:rPr lang="en-GB" dirty="0"/>
              <a:t> </a:t>
            </a:r>
            <a:r>
              <a:rPr lang="en-GB" dirty="0" err="1"/>
              <a:t>học</a:t>
            </a:r>
            <a:r>
              <a:rPr lang="en-GB" dirty="0"/>
              <a:t> </a:t>
            </a:r>
            <a:r>
              <a:rPr lang="en-GB" dirty="0" err="1"/>
              <a:t>đầu</a:t>
            </a:r>
            <a:r>
              <a:rPr lang="en-GB" dirty="0"/>
              <a:t> </a:t>
            </a:r>
            <a:r>
              <a:rPr lang="en-GB" dirty="0" err="1"/>
              <a:t>tiên</a:t>
            </a:r>
            <a:endParaRPr lang="en-GB" dirty="0"/>
          </a:p>
        </p:txBody>
      </p:sp>
    </p:spTree>
    <p:extLst>
      <p:ext uri="{BB962C8B-B14F-4D97-AF65-F5344CB8AC3E}">
        <p14:creationId xmlns:p14="http://schemas.microsoft.com/office/powerpoint/2010/main" val="2700254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2204F-DA9C-4F8F-B493-3535AD490746}"/>
              </a:ext>
            </a:extLst>
          </p:cNvPr>
          <p:cNvSpPr>
            <a:spLocks noGrp="1"/>
          </p:cNvSpPr>
          <p:nvPr>
            <p:ph type="title"/>
          </p:nvPr>
        </p:nvSpPr>
        <p:spPr/>
        <p:txBody>
          <a:bodyPr/>
          <a:lstStyle/>
          <a:p>
            <a:r>
              <a:rPr lang="en-GB" dirty="0" err="1"/>
              <a:t>Chương</a:t>
            </a:r>
            <a:r>
              <a:rPr lang="en-GB" dirty="0"/>
              <a:t> </a:t>
            </a:r>
            <a:r>
              <a:rPr lang="en-GB" dirty="0" err="1"/>
              <a:t>trình</a:t>
            </a:r>
            <a:r>
              <a:rPr lang="en-GB" dirty="0"/>
              <a:t> Python </a:t>
            </a:r>
            <a:r>
              <a:rPr lang="en-GB" dirty="0" err="1"/>
              <a:t>đầu</a:t>
            </a:r>
            <a:r>
              <a:rPr lang="en-GB" dirty="0"/>
              <a:t> </a:t>
            </a:r>
            <a:r>
              <a:rPr lang="en-GB" dirty="0" err="1"/>
              <a:t>tiên</a:t>
            </a:r>
            <a:endParaRPr lang="en-GB" dirty="0"/>
          </a:p>
        </p:txBody>
      </p:sp>
      <p:sp>
        <p:nvSpPr>
          <p:cNvPr id="3" name="Content Placeholder 2">
            <a:extLst>
              <a:ext uri="{FF2B5EF4-FFF2-40B4-BE49-F238E27FC236}">
                <a16:creationId xmlns:a16="http://schemas.microsoft.com/office/drawing/2014/main" id="{8B66F456-F8F1-4DBE-9E9C-E44218A2AE23}"/>
              </a:ext>
            </a:extLst>
          </p:cNvPr>
          <p:cNvSpPr>
            <a:spLocks noGrp="1"/>
          </p:cNvSpPr>
          <p:nvPr>
            <p:ph idx="1"/>
          </p:nvPr>
        </p:nvSpPr>
        <p:spPr/>
        <p:txBody>
          <a:bodyPr/>
          <a:lstStyle/>
          <a:p>
            <a:r>
              <a:rPr lang="en-GB" dirty="0" err="1"/>
              <a:t>Bước</a:t>
            </a:r>
            <a:r>
              <a:rPr lang="en-GB" dirty="0"/>
              <a:t> 7: </a:t>
            </a:r>
            <a:r>
              <a:rPr lang="en-GB" dirty="0" err="1"/>
              <a:t>Dừng</a:t>
            </a:r>
            <a:r>
              <a:rPr lang="en-GB" dirty="0"/>
              <a:t> </a:t>
            </a:r>
            <a:r>
              <a:rPr lang="en-GB" dirty="0" err="1"/>
              <a:t>chương</a:t>
            </a:r>
            <a:r>
              <a:rPr lang="en-GB" dirty="0"/>
              <a:t> </a:t>
            </a:r>
            <a:r>
              <a:rPr lang="en-GB" dirty="0" err="1"/>
              <a:t>trình</a:t>
            </a:r>
            <a:r>
              <a:rPr lang="en-GB" dirty="0"/>
              <a:t> </a:t>
            </a:r>
            <a:r>
              <a:rPr lang="en-GB" dirty="0" err="1"/>
              <a:t>bằng</a:t>
            </a:r>
            <a:r>
              <a:rPr lang="en-GB" dirty="0"/>
              <a:t> </a:t>
            </a:r>
            <a:r>
              <a:rPr lang="en-GB" dirty="0" err="1"/>
              <a:t>cách</a:t>
            </a:r>
            <a:r>
              <a:rPr lang="en-GB" dirty="0"/>
              <a:t> </a:t>
            </a:r>
            <a:r>
              <a:rPr lang="en-GB" dirty="0" err="1"/>
              <a:t>bấm</a:t>
            </a:r>
            <a:r>
              <a:rPr lang="en-GB" dirty="0"/>
              <a:t> </a:t>
            </a:r>
            <a:r>
              <a:rPr lang="en-GB" dirty="0" err="1"/>
              <a:t>nút</a:t>
            </a:r>
            <a:r>
              <a:rPr lang="en-GB" dirty="0"/>
              <a:t> </a:t>
            </a:r>
            <a:r>
              <a:rPr lang="en-GB" dirty="0">
                <a:solidFill>
                  <a:srgbClr val="FF0000"/>
                </a:solidFill>
              </a:rPr>
              <a:t>“Stop”.</a:t>
            </a:r>
            <a:r>
              <a:rPr lang="en-GB" dirty="0"/>
              <a:t> (</a:t>
            </a:r>
            <a:r>
              <a:rPr lang="en-GB" dirty="0" err="1"/>
              <a:t>Để</a:t>
            </a:r>
            <a:r>
              <a:rPr lang="en-GB" dirty="0"/>
              <a:t> </a:t>
            </a:r>
            <a:r>
              <a:rPr lang="en-GB" dirty="0" err="1"/>
              <a:t>các</a:t>
            </a:r>
            <a:r>
              <a:rPr lang="en-GB" dirty="0"/>
              <a:t> </a:t>
            </a:r>
            <a:r>
              <a:rPr lang="en-GB" dirty="0" err="1"/>
              <a:t>em</a:t>
            </a:r>
            <a:r>
              <a:rPr lang="en-GB" dirty="0"/>
              <a:t> </a:t>
            </a:r>
            <a:r>
              <a:rPr lang="en-GB" dirty="0" err="1"/>
              <a:t>phát</a:t>
            </a:r>
            <a:r>
              <a:rPr lang="en-GB" dirty="0"/>
              <a:t> </a:t>
            </a:r>
            <a:r>
              <a:rPr lang="en-GB" dirty="0" err="1"/>
              <a:t>hiện</a:t>
            </a:r>
            <a:r>
              <a:rPr lang="en-GB" dirty="0"/>
              <a:t> </a:t>
            </a:r>
            <a:r>
              <a:rPr lang="en-GB" dirty="0" err="1"/>
              <a:t>ra</a:t>
            </a:r>
            <a:r>
              <a:rPr lang="en-GB" dirty="0"/>
              <a:t> – </a:t>
            </a:r>
            <a:r>
              <a:rPr lang="en-GB" dirty="0" err="1"/>
              <a:t>gợi</a:t>
            </a:r>
            <a:r>
              <a:rPr lang="en-GB" dirty="0"/>
              <a:t> ý </a:t>
            </a:r>
            <a:r>
              <a:rPr lang="en-GB" dirty="0" err="1"/>
              <a:t>nếu</a:t>
            </a:r>
            <a:r>
              <a:rPr lang="en-GB" dirty="0"/>
              <a:t> </a:t>
            </a:r>
            <a:r>
              <a:rPr lang="en-GB" dirty="0" err="1"/>
              <a:t>không</a:t>
            </a:r>
            <a:r>
              <a:rPr lang="en-GB" dirty="0"/>
              <a:t> </a:t>
            </a:r>
            <a:r>
              <a:rPr lang="en-GB" dirty="0" err="1"/>
              <a:t>em</a:t>
            </a:r>
            <a:r>
              <a:rPr lang="en-GB" dirty="0"/>
              <a:t> </a:t>
            </a:r>
            <a:r>
              <a:rPr lang="en-GB" dirty="0" err="1"/>
              <a:t>nào</a:t>
            </a:r>
            <a:r>
              <a:rPr lang="en-GB" dirty="0"/>
              <a:t> </a:t>
            </a:r>
            <a:r>
              <a:rPr lang="en-GB" dirty="0" err="1"/>
              <a:t>biết</a:t>
            </a:r>
            <a:r>
              <a:rPr lang="en-GB" dirty="0"/>
              <a:t> </a:t>
            </a:r>
            <a:r>
              <a:rPr lang="en-GB" dirty="0" err="1"/>
              <a:t>nút</a:t>
            </a:r>
            <a:r>
              <a:rPr lang="en-GB" dirty="0"/>
              <a:t> </a:t>
            </a:r>
            <a:r>
              <a:rPr lang="en-GB" dirty="0" err="1"/>
              <a:t>này</a:t>
            </a:r>
            <a:r>
              <a:rPr lang="en-GB" dirty="0"/>
              <a:t> </a:t>
            </a:r>
            <a:r>
              <a:rPr lang="en-GB" dirty="0" err="1"/>
              <a:t>đã</a:t>
            </a:r>
            <a:r>
              <a:rPr lang="en-GB" dirty="0"/>
              <a:t> </a:t>
            </a:r>
            <a:r>
              <a:rPr lang="en-GB" dirty="0" err="1"/>
              <a:t>xuất</a:t>
            </a:r>
            <a:r>
              <a:rPr lang="en-GB" dirty="0"/>
              <a:t> </a:t>
            </a:r>
            <a:r>
              <a:rPr lang="en-GB" dirty="0" err="1"/>
              <a:t>hiện</a:t>
            </a:r>
            <a:r>
              <a:rPr lang="en-GB" dirty="0"/>
              <a:t>)</a:t>
            </a:r>
            <a:endParaRPr lang="en-GB" dirty="0">
              <a:solidFill>
                <a:srgbClr val="FF0000"/>
              </a:solidFill>
            </a:endParaRPr>
          </a:p>
        </p:txBody>
      </p:sp>
      <p:pic>
        <p:nvPicPr>
          <p:cNvPr id="5" name="Picture 4">
            <a:extLst>
              <a:ext uri="{FF2B5EF4-FFF2-40B4-BE49-F238E27FC236}">
                <a16:creationId xmlns:a16="http://schemas.microsoft.com/office/drawing/2014/main" id="{71CE72A3-6B87-4A57-B01C-37BA6F502B4D}"/>
              </a:ext>
            </a:extLst>
          </p:cNvPr>
          <p:cNvPicPr>
            <a:picLocks noChangeAspect="1"/>
          </p:cNvPicPr>
          <p:nvPr/>
        </p:nvPicPr>
        <p:blipFill>
          <a:blip r:embed="rId2"/>
          <a:stretch>
            <a:fillRect/>
          </a:stretch>
        </p:blipFill>
        <p:spPr>
          <a:xfrm>
            <a:off x="2701636" y="2674326"/>
            <a:ext cx="5699362" cy="4000101"/>
          </a:xfrm>
          <a:prstGeom prst="rect">
            <a:avLst/>
          </a:prstGeom>
        </p:spPr>
      </p:pic>
    </p:spTree>
    <p:extLst>
      <p:ext uri="{BB962C8B-B14F-4D97-AF65-F5344CB8AC3E}">
        <p14:creationId xmlns:p14="http://schemas.microsoft.com/office/powerpoint/2010/main" val="31135917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794</Words>
  <Application>Microsoft Office PowerPoint</Application>
  <PresentationFormat>Widescreen</PresentationFormat>
  <Paragraphs>69</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Arial</vt:lpstr>
      <vt:lpstr>Calibri</vt:lpstr>
      <vt:lpstr>Calibri Light</vt:lpstr>
      <vt:lpstr>Helvetica Neue</vt:lpstr>
      <vt:lpstr>OpenSans</vt:lpstr>
      <vt:lpstr>Söhne</vt:lpstr>
      <vt:lpstr>Office Theme</vt:lpstr>
      <vt:lpstr>Giới thiệu về Python</vt:lpstr>
      <vt:lpstr>Nội dung chính</vt:lpstr>
      <vt:lpstr>Lịch sử ra đời của máy tính</vt:lpstr>
      <vt:lpstr>Lịch sử ra đời của máy tính</vt:lpstr>
      <vt:lpstr>Lịch sử ra đời của máy tính</vt:lpstr>
      <vt:lpstr>Phần mềm là gì?</vt:lpstr>
      <vt:lpstr>Ngôn ngữ lập trình là gì?</vt:lpstr>
      <vt:lpstr>Ngôn ngữ lập trình Python</vt:lpstr>
      <vt:lpstr>Ứng dụng của ngôn ngữ lập trình Python</vt:lpstr>
      <vt:lpstr>Môi trường lập trình Python</vt:lpstr>
      <vt:lpstr>Môi trường lập trình Python</vt:lpstr>
      <vt:lpstr>Thanh chức năng - Mode</vt:lpstr>
      <vt:lpstr>Thanh chức năng - File</vt:lpstr>
      <vt:lpstr>Thanh chức năng – Hệ thống</vt:lpstr>
      <vt:lpstr>Thanh chức năng – Zoom</vt:lpstr>
      <vt:lpstr>Thanh chức năng – Hỗ trợ</vt:lpstr>
      <vt:lpstr>Chương trình Python đầu tiên</vt:lpstr>
      <vt:lpstr>Chương trình Python đầu tiên</vt:lpstr>
      <vt:lpstr>Chương trình Python đầu tiên</vt:lpstr>
      <vt:lpstr>Chương trình Python đầu tiên</vt:lpstr>
      <vt:lpstr>Chương trình Python đầu tiên</vt:lpstr>
      <vt:lpstr>Kết thúc buổi học đầu tiên</vt:lpstr>
      <vt:lpstr>Chương trình Python đầu tiên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hau nguyen</dc:creator>
  <cp:lastModifiedBy>hau nguyen</cp:lastModifiedBy>
  <cp:revision>30</cp:revision>
  <dcterms:created xsi:type="dcterms:W3CDTF">2024-01-16T15:02:31Z</dcterms:created>
  <dcterms:modified xsi:type="dcterms:W3CDTF">2024-01-18T14:39:09Z</dcterms:modified>
</cp:coreProperties>
</file>