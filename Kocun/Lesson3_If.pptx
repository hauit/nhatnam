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70" r:id="rId9"/>
    <p:sldId id="269" r:id="rId10"/>
    <p:sldId id="272" r:id="rId11"/>
    <p:sldId id="273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8" autoAdjust="0"/>
    <p:restoredTop sz="94660"/>
  </p:normalViewPr>
  <p:slideViewPr>
    <p:cSldViewPr snapToGrid="0">
      <p:cViewPr varScale="1">
        <p:scale>
          <a:sx n="91" d="100"/>
          <a:sy n="91" d="100"/>
        </p:scale>
        <p:origin x="52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2A4F8-F220-48FF-A8D4-A43A052B5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33F18-23E9-47AC-B828-00B608B1C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38D50-2C16-466F-95C6-EA1B9A351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26/01/2024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80BD2-CE6F-4527-9BE5-4967E3333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D1EFF-C460-4AF2-B0DD-E868BCF2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456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9BCD-AD1A-49AB-8389-1EF4C6B43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A99A0-AB01-4560-A488-DD50C0B8D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FA345-0F98-40A3-8956-6608706C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26/01/2024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4A4A8-E55F-4CA4-86F2-56FCF3DC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2835B-3027-40B0-A6DC-92E1FAFAC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84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C4DA0-0118-454F-B7FB-503E41E2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F4C87-F61B-479E-B293-454BCDEC0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D7F2B-D71F-40CB-BE62-1E59181B7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26/01/2024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0486C-CFA1-4D0F-A5A9-DDEBE3902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1D46D-6063-42A3-9F62-D858BAF2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0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340F-EB9D-4788-ABC4-416F905E3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0CE4-BF75-44BD-B923-77DC85CB3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2A73A-BA9B-4E6C-8B6F-82CAEFADA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7570-9C15-43CD-AC0F-F348F9BE1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26/01/2024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8116B-8E08-47EC-ABE8-67654BE5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C4A46-BD73-430C-98A2-01CE90E4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59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0A11-2FFB-4F20-82F6-E8087DE3E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0B888-91BB-4B11-8932-A6E268900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51482-436F-4DFF-8E00-8A70ED8DC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B2C9F-7F3E-4639-AFC0-1BB5E517B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20FC7-5663-4B33-8038-DDCE854C4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F9DA6-FF78-43DB-8DDA-17C9CEDCA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26/01/2024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40001-EF40-4EFC-A31E-A7FF525C3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6B0F54-CC51-4333-BE01-F366864D6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3208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A298F-C1B7-4307-B0C4-0F74620D0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A9AEA-3B94-4EC6-A7C6-F0BFADFFF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26/01/2024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0B2EC-3228-449F-BCAE-8E3BC043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55F47-6EDB-4921-ADE3-76C7471C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01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121FD8-4A84-4893-BF50-179FCF28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26/01/2024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74C84E-10C7-4657-9DCF-55A09403C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63914-EF87-4332-877F-50B8E6D6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213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9480-3937-43E6-B182-F9D69955B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2F455-B594-4EC3-B16C-DE6F448E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1CAC5-A4D8-4905-A5D6-E0EC30BDC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B0E62-C53C-4F8F-96BB-90517A3AF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26/01/2024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28E87-9239-4534-8257-EF92A95F1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ED070-6649-46A1-9B9F-9A0BB1EA7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858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148C-220B-4429-8DB7-A24056D12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4F2B7-8CDE-4DAD-9594-621616E88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9A624-5C27-4794-8F88-BDAA880F7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A7F36-8FBD-4DC2-A2F9-BA44FA3B7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26/01/2024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C9596-D6F6-4636-A640-2C7C3836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4BE98-DB4E-44C2-8FE1-B0294980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523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9C10-A4C5-4E77-B5C4-60D0F1BA2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A1441-17EB-40EF-8316-3E4B44D18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61DF4-A0A0-4BEF-9FAD-B2FDBE963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26/01/2024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8484E-10CE-4C58-9006-0817DDC4F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B4930-9EC8-47ED-B156-551A90EE7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029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0429AC-DD5C-43D1-8D11-CD0A1A41B8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B30B3-9375-43A9-B430-A56F78062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BAF9C-7E3D-47F6-B7F2-8DF21CE6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26/01/2024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B79B5-898C-41D1-BFB5-D4631BCA3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69396-EAC3-4494-88FD-DC0D0FA9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2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674FA2-C8F8-49AE-B3F8-0F0BFBC9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AB47C-877E-4EB6-A7BC-0029CC6B8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D9DC7-7AF0-41A0-9EFB-5AA42DE11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57C3B-BF52-41D1-955A-2917B833EA96}" type="datetimeFigureOut">
              <a:rPr lang="en-GB" smtClean="0"/>
              <a:t>26/01/2024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EF9A9-1D22-4F32-AEB9-DB5BE5B32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4F93E-C2A9-4038-8345-A961A554A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89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A91C-356F-4A70-930B-FDA776862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rẽ</a:t>
            </a:r>
            <a:r>
              <a:rPr lang="en-GB" dirty="0"/>
              <a:t> </a:t>
            </a:r>
            <a:r>
              <a:rPr lang="en-GB" dirty="0" err="1"/>
              <a:t>nhánh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69050-E2FE-422C-A472-9D56049417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21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C7BE-EC26-45A6-A5DC-FE434978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Nội</a:t>
            </a:r>
            <a:r>
              <a:rPr lang="en-GB" dirty="0"/>
              <a:t> dung </a:t>
            </a:r>
            <a:r>
              <a:rPr lang="en-GB" dirty="0" err="1"/>
              <a:t>chính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3A5E8-0EE5-47F4-95F5-824DFBD8F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Ôn</a:t>
            </a:r>
            <a:r>
              <a:rPr lang="en-GB" dirty="0"/>
              <a:t> </a:t>
            </a:r>
            <a:r>
              <a:rPr lang="en-GB" dirty="0" err="1"/>
              <a:t>tập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toán</a:t>
            </a:r>
            <a:endParaRPr lang="en-GB" dirty="0"/>
          </a:p>
          <a:p>
            <a:r>
              <a:rPr lang="en-GB" dirty="0" err="1"/>
              <a:t>Phép</a:t>
            </a:r>
            <a:r>
              <a:rPr lang="en-GB" dirty="0"/>
              <a:t> so </a:t>
            </a:r>
            <a:r>
              <a:rPr lang="en-GB" dirty="0" err="1"/>
              <a:t>sánh</a:t>
            </a:r>
            <a:endParaRPr lang="en-GB" dirty="0"/>
          </a:p>
          <a:p>
            <a:r>
              <a:rPr lang="en-GB" dirty="0" err="1"/>
              <a:t>Toán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so </a:t>
            </a:r>
            <a:r>
              <a:rPr lang="en-GB" dirty="0" err="1"/>
              <a:t>sánh</a:t>
            </a:r>
            <a:endParaRPr lang="en-GB" dirty="0"/>
          </a:p>
          <a:p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rẽ</a:t>
            </a:r>
            <a:r>
              <a:rPr lang="en-GB" dirty="0"/>
              <a:t> </a:t>
            </a:r>
            <a:r>
              <a:rPr lang="en-GB" dirty="0" err="1"/>
              <a:t>nhánh</a:t>
            </a:r>
            <a:endParaRPr lang="en-GB" dirty="0"/>
          </a:p>
          <a:p>
            <a:r>
              <a:rPr lang="en-GB" dirty="0" err="1"/>
              <a:t>Chương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hành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517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D7DAC-55A0-4C05-9A20-E145617D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Ôn</a:t>
            </a:r>
            <a:r>
              <a:rPr lang="en-GB" dirty="0"/>
              <a:t> </a:t>
            </a:r>
            <a:r>
              <a:rPr lang="en-GB" dirty="0" err="1"/>
              <a:t>tập</a:t>
            </a:r>
            <a:r>
              <a:rPr lang="en-GB" dirty="0"/>
              <a:t> </a:t>
            </a:r>
            <a:r>
              <a:rPr lang="en-GB" dirty="0" err="1"/>
              <a:t>với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toán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AA001-2EEC-4D7C-8438-118054740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377111-642A-45A8-9844-8D31FF8D40C3}"/>
              </a:ext>
            </a:extLst>
          </p:cNvPr>
          <p:cNvSpPr/>
          <p:nvPr/>
        </p:nvSpPr>
        <p:spPr>
          <a:xfrm>
            <a:off x="1116281" y="1900052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6</a:t>
            </a:r>
          </a:p>
          <a:p>
            <a:r>
              <a:rPr lang="fr-FR" dirty="0"/>
              <a:t>c = a + b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04B95D-ED3E-4ADB-94E1-550CBDE812C2}"/>
              </a:ext>
            </a:extLst>
          </p:cNvPr>
          <p:cNvSpPr/>
          <p:nvPr/>
        </p:nvSpPr>
        <p:spPr>
          <a:xfrm>
            <a:off x="4405746" y="1900052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6</a:t>
            </a:r>
          </a:p>
          <a:p>
            <a:r>
              <a:rPr lang="fr-FR" dirty="0"/>
              <a:t>c = a * b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8F599B-193B-4F59-916A-55323C62FDEF}"/>
              </a:ext>
            </a:extLst>
          </p:cNvPr>
          <p:cNvSpPr/>
          <p:nvPr/>
        </p:nvSpPr>
        <p:spPr>
          <a:xfrm>
            <a:off x="4405746" y="3299711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6</a:t>
            </a:r>
          </a:p>
          <a:p>
            <a:r>
              <a:rPr lang="fr-FR" dirty="0"/>
              <a:t>c = b/a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CBD216-1CEC-49FA-B031-4C515636E93D}"/>
              </a:ext>
            </a:extLst>
          </p:cNvPr>
          <p:cNvSpPr/>
          <p:nvPr/>
        </p:nvSpPr>
        <p:spPr>
          <a:xfrm>
            <a:off x="1116281" y="3368933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6</a:t>
            </a:r>
          </a:p>
          <a:p>
            <a:r>
              <a:rPr lang="fr-FR" dirty="0"/>
              <a:t>c = b - a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3979AA-C609-41FA-9E25-2511731EA038}"/>
              </a:ext>
            </a:extLst>
          </p:cNvPr>
          <p:cNvSpPr/>
          <p:nvPr/>
        </p:nvSpPr>
        <p:spPr>
          <a:xfrm>
            <a:off x="7558644" y="1900052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7</a:t>
            </a:r>
          </a:p>
          <a:p>
            <a:r>
              <a:rPr lang="fr-FR" dirty="0"/>
              <a:t>c = </a:t>
            </a:r>
            <a:r>
              <a:rPr lang="fr-FR" dirty="0" err="1"/>
              <a:t>b%a</a:t>
            </a:r>
            <a:endParaRPr lang="fr-FR" dirty="0"/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8C0B78-EC28-44DB-80A5-D4E605C35637}"/>
              </a:ext>
            </a:extLst>
          </p:cNvPr>
          <p:cNvSpPr/>
          <p:nvPr/>
        </p:nvSpPr>
        <p:spPr>
          <a:xfrm>
            <a:off x="7558644" y="3357058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a**2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b)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304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9FF7-E382-4A30-B050-85D8D425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Phép</a:t>
            </a:r>
            <a:r>
              <a:rPr lang="en-GB" dirty="0"/>
              <a:t> so </a:t>
            </a:r>
            <a:r>
              <a:rPr lang="en-GB" dirty="0" err="1"/>
              <a:t>sánh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9CB08-D19F-49CC-89F8-583F6107D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err="1"/>
              <a:t>Phép</a:t>
            </a:r>
            <a:r>
              <a:rPr lang="en-GB" dirty="0"/>
              <a:t> so </a:t>
            </a:r>
            <a:r>
              <a:rPr lang="en-GB" dirty="0" err="1"/>
              <a:t>sánh</a:t>
            </a:r>
            <a:r>
              <a:rPr lang="en-GB" dirty="0"/>
              <a:t> </a:t>
            </a:r>
            <a:r>
              <a:rPr lang="en-GB" dirty="0" err="1"/>
              <a:t>bằng</a:t>
            </a:r>
            <a:r>
              <a:rPr lang="en-GB" dirty="0"/>
              <a:t>: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2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bằng</a:t>
            </a:r>
            <a:r>
              <a:rPr lang="en-GB" dirty="0"/>
              <a:t> </a:t>
            </a:r>
            <a:r>
              <a:rPr lang="en-GB" dirty="0" err="1"/>
              <a:t>nhau</a:t>
            </a:r>
            <a:r>
              <a:rPr lang="en-GB" dirty="0"/>
              <a:t> hay </a:t>
            </a:r>
            <a:r>
              <a:rPr lang="en-GB" dirty="0" err="1"/>
              <a:t>không</a:t>
            </a:r>
            <a:endParaRPr lang="en-GB" dirty="0"/>
          </a:p>
          <a:p>
            <a:r>
              <a:rPr lang="en-GB" dirty="0" err="1"/>
              <a:t>Phép</a:t>
            </a:r>
            <a:r>
              <a:rPr lang="en-GB" dirty="0"/>
              <a:t> so </a:t>
            </a:r>
            <a:r>
              <a:rPr lang="en-GB" dirty="0" err="1"/>
              <a:t>sánh</a:t>
            </a:r>
            <a:r>
              <a:rPr lang="en-GB" dirty="0"/>
              <a:t> </a:t>
            </a:r>
            <a:r>
              <a:rPr lang="en-GB" dirty="0" err="1"/>
              <a:t>lớn</a:t>
            </a:r>
            <a:r>
              <a:rPr lang="en-GB" dirty="0"/>
              <a:t> </a:t>
            </a:r>
            <a:r>
              <a:rPr lang="en-GB" dirty="0" err="1"/>
              <a:t>hơn</a:t>
            </a:r>
            <a:r>
              <a:rPr lang="en-GB" dirty="0"/>
              <a:t>: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xem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</a:t>
            </a:r>
            <a:r>
              <a:rPr lang="en-GB" dirty="0" err="1"/>
              <a:t>nhất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lớn</a:t>
            </a:r>
            <a:r>
              <a:rPr lang="en-GB" dirty="0"/>
              <a:t> </a:t>
            </a:r>
            <a:r>
              <a:rPr lang="en-GB" dirty="0" err="1"/>
              <a:t>hơn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2 hay </a:t>
            </a:r>
            <a:r>
              <a:rPr lang="en-GB" dirty="0" err="1"/>
              <a:t>không</a:t>
            </a:r>
            <a:endParaRPr lang="en-GB" dirty="0"/>
          </a:p>
          <a:p>
            <a:r>
              <a:rPr lang="en-GB" dirty="0" err="1"/>
              <a:t>Phép</a:t>
            </a:r>
            <a:r>
              <a:rPr lang="en-GB" dirty="0"/>
              <a:t> so </a:t>
            </a:r>
            <a:r>
              <a:rPr lang="en-GB" dirty="0" err="1"/>
              <a:t>sánh</a:t>
            </a:r>
            <a:r>
              <a:rPr lang="en-GB" dirty="0"/>
              <a:t> </a:t>
            </a:r>
            <a:r>
              <a:rPr lang="en-GB" dirty="0" err="1"/>
              <a:t>lớn</a:t>
            </a:r>
            <a:r>
              <a:rPr lang="en-GB" dirty="0"/>
              <a:t> </a:t>
            </a:r>
            <a:r>
              <a:rPr lang="en-GB" dirty="0" err="1"/>
              <a:t>hơn</a:t>
            </a:r>
            <a:r>
              <a:rPr lang="en-GB" dirty="0"/>
              <a:t> </a:t>
            </a:r>
            <a:r>
              <a:rPr lang="en-GB" dirty="0" err="1"/>
              <a:t>hoặc</a:t>
            </a:r>
            <a:r>
              <a:rPr lang="en-GB" dirty="0"/>
              <a:t> </a:t>
            </a:r>
            <a:r>
              <a:rPr lang="en-GB" dirty="0" err="1"/>
              <a:t>bằng</a:t>
            </a:r>
            <a:r>
              <a:rPr lang="en-GB" dirty="0"/>
              <a:t>: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xem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</a:t>
            </a:r>
            <a:r>
              <a:rPr lang="en-GB" dirty="0" err="1"/>
              <a:t>nhất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lớn</a:t>
            </a:r>
            <a:r>
              <a:rPr lang="en-GB" dirty="0"/>
              <a:t> </a:t>
            </a:r>
            <a:r>
              <a:rPr lang="en-GB" dirty="0" err="1"/>
              <a:t>hơn</a:t>
            </a:r>
            <a:r>
              <a:rPr lang="en-GB" dirty="0"/>
              <a:t>  </a:t>
            </a:r>
            <a:r>
              <a:rPr lang="en-GB" dirty="0" err="1"/>
              <a:t>hoặc</a:t>
            </a:r>
            <a:r>
              <a:rPr lang="en-GB" dirty="0"/>
              <a:t> </a:t>
            </a:r>
            <a:r>
              <a:rPr lang="en-GB" dirty="0" err="1"/>
              <a:t>bằng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2 hay </a:t>
            </a:r>
            <a:r>
              <a:rPr lang="en-GB" dirty="0" err="1"/>
              <a:t>không</a:t>
            </a:r>
            <a:endParaRPr lang="en-GB" dirty="0"/>
          </a:p>
          <a:p>
            <a:r>
              <a:rPr lang="en-GB" dirty="0" err="1"/>
              <a:t>Phép</a:t>
            </a:r>
            <a:r>
              <a:rPr lang="en-GB" dirty="0"/>
              <a:t> so </a:t>
            </a:r>
            <a:r>
              <a:rPr lang="en-GB" dirty="0" err="1"/>
              <a:t>sánh</a:t>
            </a:r>
            <a:r>
              <a:rPr lang="en-GB" dirty="0"/>
              <a:t> </a:t>
            </a:r>
            <a:r>
              <a:rPr lang="en-GB" dirty="0" err="1"/>
              <a:t>nhỏ</a:t>
            </a:r>
            <a:r>
              <a:rPr lang="en-GB" dirty="0"/>
              <a:t> </a:t>
            </a:r>
            <a:r>
              <a:rPr lang="en-GB" dirty="0" err="1"/>
              <a:t>hơn</a:t>
            </a:r>
            <a:r>
              <a:rPr lang="en-GB" dirty="0"/>
              <a:t>: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xem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</a:t>
            </a:r>
            <a:r>
              <a:rPr lang="en-GB" dirty="0" err="1"/>
              <a:t>nhất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nhỏ</a:t>
            </a:r>
            <a:r>
              <a:rPr lang="en-GB" dirty="0"/>
              <a:t> </a:t>
            </a:r>
            <a:r>
              <a:rPr lang="en-GB" dirty="0" err="1"/>
              <a:t>hơn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2 hay </a:t>
            </a:r>
            <a:r>
              <a:rPr lang="en-GB" dirty="0" err="1"/>
              <a:t>không</a:t>
            </a:r>
            <a:endParaRPr lang="en-GB" dirty="0"/>
          </a:p>
          <a:p>
            <a:r>
              <a:rPr lang="en-GB" dirty="0" err="1"/>
              <a:t>Phép</a:t>
            </a:r>
            <a:r>
              <a:rPr lang="en-GB" dirty="0"/>
              <a:t> so </a:t>
            </a:r>
            <a:r>
              <a:rPr lang="en-GB" dirty="0" err="1"/>
              <a:t>sánh</a:t>
            </a:r>
            <a:r>
              <a:rPr lang="en-GB" dirty="0"/>
              <a:t> </a:t>
            </a:r>
            <a:r>
              <a:rPr lang="en-GB" dirty="0" err="1"/>
              <a:t>nhỏ</a:t>
            </a:r>
            <a:r>
              <a:rPr lang="en-GB" dirty="0"/>
              <a:t> </a:t>
            </a:r>
            <a:r>
              <a:rPr lang="en-GB" dirty="0" err="1"/>
              <a:t>hơn</a:t>
            </a:r>
            <a:r>
              <a:rPr lang="en-GB" dirty="0"/>
              <a:t> </a:t>
            </a:r>
            <a:r>
              <a:rPr lang="en-GB" dirty="0" err="1"/>
              <a:t>hoặc</a:t>
            </a:r>
            <a:r>
              <a:rPr lang="en-GB" dirty="0"/>
              <a:t> </a:t>
            </a:r>
            <a:r>
              <a:rPr lang="en-GB" dirty="0" err="1"/>
              <a:t>bằng</a:t>
            </a:r>
            <a:r>
              <a:rPr lang="en-GB" dirty="0"/>
              <a:t>: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xem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</a:t>
            </a:r>
            <a:r>
              <a:rPr lang="en-GB" dirty="0" err="1"/>
              <a:t>nhất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nhỏ</a:t>
            </a:r>
            <a:r>
              <a:rPr lang="en-GB" dirty="0"/>
              <a:t> </a:t>
            </a:r>
            <a:r>
              <a:rPr lang="en-GB" dirty="0" err="1"/>
              <a:t>hơn</a:t>
            </a:r>
            <a:r>
              <a:rPr lang="en-GB" dirty="0"/>
              <a:t> </a:t>
            </a:r>
            <a:r>
              <a:rPr lang="en-GB" dirty="0" err="1"/>
              <a:t>hoặc</a:t>
            </a:r>
            <a:r>
              <a:rPr lang="en-GB" dirty="0"/>
              <a:t> </a:t>
            </a:r>
            <a:r>
              <a:rPr lang="en-GB" dirty="0" err="1"/>
              <a:t>bằng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2 hay </a:t>
            </a:r>
            <a:r>
              <a:rPr lang="en-GB" dirty="0" err="1"/>
              <a:t>không</a:t>
            </a:r>
            <a:endParaRPr lang="en-GB" dirty="0"/>
          </a:p>
          <a:p>
            <a:r>
              <a:rPr lang="en-GB" dirty="0" err="1"/>
              <a:t>Phép</a:t>
            </a:r>
            <a:r>
              <a:rPr lang="en-GB" dirty="0"/>
              <a:t> so </a:t>
            </a:r>
            <a:r>
              <a:rPr lang="en-GB" dirty="0" err="1"/>
              <a:t>sánh</a:t>
            </a:r>
            <a:r>
              <a:rPr lang="en-GB" dirty="0"/>
              <a:t> </a:t>
            </a:r>
            <a:r>
              <a:rPr lang="en-GB" dirty="0" err="1"/>
              <a:t>khác</a:t>
            </a:r>
            <a:r>
              <a:rPr lang="en-GB" dirty="0"/>
              <a:t>: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xem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</a:t>
            </a:r>
            <a:r>
              <a:rPr lang="en-GB" dirty="0" err="1"/>
              <a:t>nhất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khác</a:t>
            </a:r>
            <a:r>
              <a:rPr lang="en-GB" dirty="0"/>
              <a:t> </a:t>
            </a:r>
            <a:r>
              <a:rPr lang="en-GB" dirty="0" err="1"/>
              <a:t>hơn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thứ</a:t>
            </a:r>
            <a:r>
              <a:rPr lang="en-GB" dirty="0"/>
              <a:t> 2 hay </a:t>
            </a:r>
            <a:r>
              <a:rPr lang="en-GB" dirty="0" err="1"/>
              <a:t>không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036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D4145-5E66-4999-A873-38E59AE67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Toán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so </a:t>
            </a:r>
            <a:r>
              <a:rPr lang="en-GB" dirty="0" err="1"/>
              <a:t>sánh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lập</a:t>
            </a:r>
            <a:r>
              <a:rPr lang="en-GB" dirty="0"/>
              <a:t> </a:t>
            </a:r>
            <a:r>
              <a:rPr lang="en-GB" dirty="0" err="1"/>
              <a:t>trình</a:t>
            </a: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84D3D79-0476-4BD7-A43C-132B7D0A4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323024"/>
              </p:ext>
            </p:extLst>
          </p:nvPr>
        </p:nvGraphicFramePr>
        <p:xfrm>
          <a:off x="838200" y="1825624"/>
          <a:ext cx="7474528" cy="2795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7264">
                  <a:extLst>
                    <a:ext uri="{9D8B030D-6E8A-4147-A177-3AD203B41FA5}">
                      <a16:colId xmlns:a16="http://schemas.microsoft.com/office/drawing/2014/main" val="593427029"/>
                    </a:ext>
                  </a:extLst>
                </a:gridCol>
                <a:gridCol w="3737264">
                  <a:extLst>
                    <a:ext uri="{9D8B030D-6E8A-4147-A177-3AD203B41FA5}">
                      <a16:colId xmlns:a16="http://schemas.microsoft.com/office/drawing/2014/main" val="1458915787"/>
                    </a:ext>
                  </a:extLst>
                </a:gridCol>
              </a:tblGrid>
              <a:tr h="399342">
                <a:tc>
                  <a:txBody>
                    <a:bodyPr/>
                    <a:lstStyle/>
                    <a:p>
                      <a:r>
                        <a:rPr lang="en-GB" dirty="0" err="1"/>
                        <a:t>Phép</a:t>
                      </a:r>
                      <a:r>
                        <a:rPr lang="en-GB" dirty="0"/>
                        <a:t> so </a:t>
                      </a:r>
                      <a:r>
                        <a:rPr lang="en-GB" dirty="0" err="1"/>
                        <a:t>sánh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Kí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hiệu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toán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tử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584170"/>
                  </a:ext>
                </a:extLst>
              </a:tr>
              <a:tr h="399342">
                <a:tc>
                  <a:txBody>
                    <a:bodyPr/>
                    <a:lstStyle/>
                    <a:p>
                      <a:r>
                        <a:rPr lang="en-GB" dirty="0"/>
                        <a:t>So </a:t>
                      </a:r>
                      <a:r>
                        <a:rPr lang="en-GB" dirty="0" err="1"/>
                        <a:t>sánh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bằng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==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81367"/>
                  </a:ext>
                </a:extLst>
              </a:tr>
              <a:tr h="399342">
                <a:tc>
                  <a:txBody>
                    <a:bodyPr/>
                    <a:lstStyle/>
                    <a:p>
                      <a:r>
                        <a:rPr lang="en-GB" dirty="0"/>
                        <a:t>So </a:t>
                      </a:r>
                      <a:r>
                        <a:rPr lang="en-GB" dirty="0" err="1"/>
                        <a:t>sánh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nhỏ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hơn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&lt;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574923"/>
                  </a:ext>
                </a:extLst>
              </a:tr>
              <a:tr h="399342">
                <a:tc>
                  <a:txBody>
                    <a:bodyPr/>
                    <a:lstStyle/>
                    <a:p>
                      <a:r>
                        <a:rPr lang="en-GB" dirty="0"/>
                        <a:t>So </a:t>
                      </a:r>
                      <a:r>
                        <a:rPr lang="en-GB" dirty="0" err="1"/>
                        <a:t>sánh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nhỏ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hơn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hoặc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bằng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&lt;=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0349"/>
                  </a:ext>
                </a:extLst>
              </a:tr>
              <a:tr h="399342">
                <a:tc>
                  <a:txBody>
                    <a:bodyPr/>
                    <a:lstStyle/>
                    <a:p>
                      <a:r>
                        <a:rPr lang="en-GB" dirty="0"/>
                        <a:t>So </a:t>
                      </a:r>
                      <a:r>
                        <a:rPr lang="en-GB" dirty="0" err="1"/>
                        <a:t>sánh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lớn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hơn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578852"/>
                  </a:ext>
                </a:extLst>
              </a:tr>
              <a:tr h="399342">
                <a:tc>
                  <a:txBody>
                    <a:bodyPr/>
                    <a:lstStyle/>
                    <a:p>
                      <a:r>
                        <a:rPr lang="en-GB" dirty="0"/>
                        <a:t>So </a:t>
                      </a:r>
                      <a:r>
                        <a:rPr lang="en-GB" dirty="0" err="1"/>
                        <a:t>sánh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lớn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hơn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hoặc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bằng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&gt;=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197820"/>
                  </a:ext>
                </a:extLst>
              </a:tr>
              <a:tr h="399342">
                <a:tc>
                  <a:txBody>
                    <a:bodyPr/>
                    <a:lstStyle/>
                    <a:p>
                      <a:r>
                        <a:rPr lang="en-GB" dirty="0"/>
                        <a:t>So </a:t>
                      </a:r>
                      <a:r>
                        <a:rPr lang="en-GB" dirty="0" err="1"/>
                        <a:t>sánh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khác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!=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878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461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0322-946E-4AE2-A771-D985247D0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rẽ</a:t>
            </a:r>
            <a:r>
              <a:rPr lang="en-GB" dirty="0"/>
              <a:t> </a:t>
            </a:r>
            <a:r>
              <a:rPr lang="en-GB" dirty="0" err="1"/>
              <a:t>nhánh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50AED-840B-423D-9341-3EE965521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B7D81D-BF3F-43D6-9CDE-D8AE9CBD4E01}"/>
              </a:ext>
            </a:extLst>
          </p:cNvPr>
          <p:cNvSpPr/>
          <p:nvPr/>
        </p:nvSpPr>
        <p:spPr>
          <a:xfrm>
            <a:off x="944088" y="1825625"/>
            <a:ext cx="3651662" cy="2066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rgbClr val="FF0000"/>
                </a:solidFill>
              </a:rPr>
              <a:t>Nếu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ngày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mai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trời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mưa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thì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tôi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sẽ</a:t>
            </a:r>
            <a:r>
              <a:rPr lang="en-GB" dirty="0">
                <a:solidFill>
                  <a:srgbClr val="FF0000"/>
                </a:solidFill>
              </a:rPr>
              <a:t> ở </a:t>
            </a:r>
            <a:r>
              <a:rPr lang="en-GB" dirty="0" err="1">
                <a:solidFill>
                  <a:srgbClr val="FF0000"/>
                </a:solidFill>
              </a:rPr>
              <a:t>nhà</a:t>
            </a:r>
            <a:r>
              <a:rPr lang="en-GB" dirty="0"/>
              <a:t>, </a:t>
            </a:r>
            <a:r>
              <a:rPr lang="en-GB" dirty="0" err="1">
                <a:solidFill>
                  <a:srgbClr val="FFFF00"/>
                </a:solidFill>
              </a:rPr>
              <a:t>nếu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không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mưa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thì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tôi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sẽ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đi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học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BA03D8-0EFB-4A4A-A0DB-06347AB7DC09}"/>
              </a:ext>
            </a:extLst>
          </p:cNvPr>
          <p:cNvSpPr/>
          <p:nvPr/>
        </p:nvSpPr>
        <p:spPr>
          <a:xfrm>
            <a:off x="5911933" y="1825625"/>
            <a:ext cx="3651662" cy="2066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FF0000"/>
                </a:solidFill>
              </a:rPr>
              <a:t>if(</a:t>
            </a:r>
            <a:r>
              <a:rPr lang="en-GB" dirty="0" err="1">
                <a:solidFill>
                  <a:srgbClr val="FF0000"/>
                </a:solidFill>
              </a:rPr>
              <a:t>ngày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mai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trời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mưa</a:t>
            </a:r>
            <a:r>
              <a:rPr lang="en-GB" dirty="0">
                <a:solidFill>
                  <a:srgbClr val="FF0000"/>
                </a:solidFill>
              </a:rPr>
              <a:t>):</a:t>
            </a:r>
          </a:p>
          <a:p>
            <a:r>
              <a:rPr lang="en-GB" dirty="0">
                <a:solidFill>
                  <a:srgbClr val="FF0000"/>
                </a:solidFill>
              </a:rPr>
              <a:t>	</a:t>
            </a:r>
            <a:r>
              <a:rPr lang="en-GB" dirty="0" err="1">
                <a:solidFill>
                  <a:srgbClr val="FF0000"/>
                </a:solidFill>
              </a:rPr>
              <a:t>Tôi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sẽ</a:t>
            </a:r>
            <a:r>
              <a:rPr lang="en-GB" dirty="0">
                <a:solidFill>
                  <a:srgbClr val="FF0000"/>
                </a:solidFill>
              </a:rPr>
              <a:t> ở </a:t>
            </a:r>
            <a:r>
              <a:rPr lang="en-GB" dirty="0" err="1">
                <a:solidFill>
                  <a:srgbClr val="FF0000"/>
                </a:solidFill>
              </a:rPr>
              <a:t>nhà</a:t>
            </a:r>
            <a:endParaRPr lang="en-GB" dirty="0">
              <a:solidFill>
                <a:srgbClr val="FF000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else:</a:t>
            </a:r>
          </a:p>
          <a:p>
            <a:r>
              <a:rPr lang="en-GB" dirty="0">
                <a:solidFill>
                  <a:srgbClr val="FFFF00"/>
                </a:solidFill>
              </a:rPr>
              <a:t>	</a:t>
            </a:r>
            <a:r>
              <a:rPr lang="en-GB" dirty="0" err="1">
                <a:solidFill>
                  <a:srgbClr val="FFFF00"/>
                </a:solidFill>
              </a:rPr>
              <a:t>Tôi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sẽ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đi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học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7B367D-2CBA-4A4D-93E4-0D6482E9B955}"/>
              </a:ext>
            </a:extLst>
          </p:cNvPr>
          <p:cNvSpPr/>
          <p:nvPr/>
        </p:nvSpPr>
        <p:spPr>
          <a:xfrm>
            <a:off x="944088" y="4035569"/>
            <a:ext cx="3651662" cy="2066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rgbClr val="FF0000"/>
                </a:solidFill>
              </a:rPr>
              <a:t>Nếu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ngày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mai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trời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mưa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thì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tôi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sẽ</a:t>
            </a:r>
            <a:r>
              <a:rPr lang="en-GB" dirty="0">
                <a:solidFill>
                  <a:srgbClr val="FF0000"/>
                </a:solidFill>
              </a:rPr>
              <a:t> ở </a:t>
            </a:r>
            <a:r>
              <a:rPr lang="en-GB" dirty="0" err="1">
                <a:solidFill>
                  <a:srgbClr val="FF0000"/>
                </a:solidFill>
              </a:rPr>
              <a:t>nhà</a:t>
            </a:r>
            <a:r>
              <a:rPr lang="en-GB" dirty="0">
                <a:solidFill>
                  <a:srgbClr val="FF0000"/>
                </a:solidFill>
              </a:rPr>
              <a:t>.</a:t>
            </a:r>
            <a:r>
              <a:rPr lang="en-GB" dirty="0"/>
              <a:t> </a:t>
            </a:r>
            <a:r>
              <a:rPr lang="en-GB" dirty="0" err="1">
                <a:solidFill>
                  <a:srgbClr val="FFFF00"/>
                </a:solidFill>
              </a:rPr>
              <a:t>Nếu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trời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nắng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tôi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sẽ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đi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bơi</a:t>
            </a:r>
            <a:r>
              <a:rPr lang="en-GB" dirty="0">
                <a:solidFill>
                  <a:srgbClr val="FFFF00"/>
                </a:solidFill>
              </a:rPr>
              <a:t>. </a:t>
            </a:r>
            <a:r>
              <a:rPr lang="en-GB" dirty="0" err="1">
                <a:solidFill>
                  <a:srgbClr val="00B050"/>
                </a:solidFill>
              </a:rPr>
              <a:t>Còn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lại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tôi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sẽ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đi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học</a:t>
            </a:r>
            <a:r>
              <a:rPr lang="en-GB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51404D-9EE1-4DFE-951D-F556C439E4B5}"/>
              </a:ext>
            </a:extLst>
          </p:cNvPr>
          <p:cNvSpPr/>
          <p:nvPr/>
        </p:nvSpPr>
        <p:spPr>
          <a:xfrm>
            <a:off x="5911933" y="4035569"/>
            <a:ext cx="3651662" cy="2066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FF0000"/>
                </a:solidFill>
              </a:rPr>
              <a:t>if(</a:t>
            </a:r>
            <a:r>
              <a:rPr lang="en-GB" dirty="0" err="1">
                <a:solidFill>
                  <a:srgbClr val="FF0000"/>
                </a:solidFill>
              </a:rPr>
              <a:t>ngày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mai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trời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mưa</a:t>
            </a:r>
            <a:r>
              <a:rPr lang="en-GB" dirty="0">
                <a:solidFill>
                  <a:srgbClr val="FF0000"/>
                </a:solidFill>
              </a:rPr>
              <a:t>):</a:t>
            </a:r>
          </a:p>
          <a:p>
            <a:r>
              <a:rPr lang="en-GB" dirty="0">
                <a:solidFill>
                  <a:srgbClr val="FF0000"/>
                </a:solidFill>
              </a:rPr>
              <a:t>	</a:t>
            </a:r>
            <a:r>
              <a:rPr lang="en-GB" dirty="0" err="1">
                <a:solidFill>
                  <a:srgbClr val="FF0000"/>
                </a:solidFill>
              </a:rPr>
              <a:t>Tôi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sẽ</a:t>
            </a:r>
            <a:r>
              <a:rPr lang="en-GB" dirty="0">
                <a:solidFill>
                  <a:srgbClr val="FF0000"/>
                </a:solidFill>
              </a:rPr>
              <a:t> ở </a:t>
            </a:r>
            <a:r>
              <a:rPr lang="en-GB" dirty="0" err="1">
                <a:solidFill>
                  <a:srgbClr val="FF0000"/>
                </a:solidFill>
              </a:rPr>
              <a:t>nhà</a:t>
            </a:r>
            <a:endParaRPr lang="en-GB" dirty="0">
              <a:solidFill>
                <a:srgbClr val="FF0000"/>
              </a:solidFill>
            </a:endParaRPr>
          </a:p>
          <a:p>
            <a:r>
              <a:rPr lang="en-GB" dirty="0" err="1">
                <a:solidFill>
                  <a:srgbClr val="FFFF00"/>
                </a:solidFill>
              </a:rPr>
              <a:t>elif</a:t>
            </a:r>
            <a:r>
              <a:rPr lang="en-GB" dirty="0">
                <a:solidFill>
                  <a:srgbClr val="FFFF00"/>
                </a:solidFill>
              </a:rPr>
              <a:t> (</a:t>
            </a:r>
            <a:r>
              <a:rPr lang="en-GB" dirty="0" err="1">
                <a:solidFill>
                  <a:srgbClr val="FFFF00"/>
                </a:solidFill>
              </a:rPr>
              <a:t>ngày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mai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trời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nắng</a:t>
            </a:r>
            <a:r>
              <a:rPr lang="en-GB" dirty="0">
                <a:solidFill>
                  <a:srgbClr val="FFFF00"/>
                </a:solidFill>
              </a:rPr>
              <a:t>):</a:t>
            </a:r>
          </a:p>
          <a:p>
            <a:r>
              <a:rPr lang="en-GB" dirty="0">
                <a:solidFill>
                  <a:srgbClr val="FFFF00"/>
                </a:solidFill>
              </a:rPr>
              <a:t>	</a:t>
            </a:r>
            <a:r>
              <a:rPr lang="en-GB" dirty="0" err="1">
                <a:solidFill>
                  <a:srgbClr val="FFFF00"/>
                </a:solidFill>
              </a:rPr>
              <a:t>Tôi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sẽ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đi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bơi</a:t>
            </a:r>
            <a:endParaRPr lang="en-GB" dirty="0">
              <a:solidFill>
                <a:srgbClr val="FFFF00"/>
              </a:solidFill>
            </a:endParaRPr>
          </a:p>
          <a:p>
            <a:r>
              <a:rPr lang="en-GB" dirty="0">
                <a:solidFill>
                  <a:srgbClr val="00B050"/>
                </a:solidFill>
              </a:rPr>
              <a:t>else:</a:t>
            </a:r>
          </a:p>
          <a:p>
            <a:r>
              <a:rPr lang="en-GB" dirty="0">
                <a:solidFill>
                  <a:srgbClr val="00B050"/>
                </a:solidFill>
              </a:rPr>
              <a:t>	</a:t>
            </a:r>
            <a:r>
              <a:rPr lang="en-GB" dirty="0" err="1">
                <a:solidFill>
                  <a:srgbClr val="00B050"/>
                </a:solidFill>
              </a:rPr>
              <a:t>Tôi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sẽ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đi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học</a:t>
            </a:r>
            <a:endParaRPr lang="en-GB" dirty="0">
              <a:solidFill>
                <a:srgbClr val="00B050"/>
              </a:solidFill>
            </a:endParaRPr>
          </a:p>
          <a:p>
            <a:pPr algn="ctr"/>
            <a:endParaRPr lang="en-GB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47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B904-3B74-4661-9EA6-BA3E66C9D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rẽ</a:t>
            </a:r>
            <a:r>
              <a:rPr lang="en-GB" dirty="0"/>
              <a:t> </a:t>
            </a:r>
            <a:r>
              <a:rPr lang="en-GB" dirty="0" err="1"/>
              <a:t>nhánh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B6982-48E8-4803-8C8E-B63989BC3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32FEAA-6EBE-4563-AD4B-3D20C8BEF286}"/>
              </a:ext>
            </a:extLst>
          </p:cNvPr>
          <p:cNvSpPr/>
          <p:nvPr/>
        </p:nvSpPr>
        <p:spPr>
          <a:xfrm>
            <a:off x="961901" y="2027506"/>
            <a:ext cx="3651662" cy="2066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rgbClr val="FF0000"/>
                </a:solidFill>
              </a:rPr>
              <a:t>Nếu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mẹ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cho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tôi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tiền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thì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tôi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sẽ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mua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đồ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chơi</a:t>
            </a:r>
            <a:r>
              <a:rPr lang="en-GB" dirty="0">
                <a:solidFill>
                  <a:srgbClr val="FF0000"/>
                </a:solidFill>
              </a:rPr>
              <a:t>. </a:t>
            </a:r>
            <a:r>
              <a:rPr lang="en-GB" sz="1600" dirty="0" err="1">
                <a:solidFill>
                  <a:srgbClr val="FFC000"/>
                </a:solidFill>
              </a:rPr>
              <a:t>Số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tiền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mẹ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tôi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cho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tôi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lớn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hơn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hoặc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bằng</a:t>
            </a:r>
            <a:r>
              <a:rPr lang="en-GB" sz="1600" dirty="0">
                <a:solidFill>
                  <a:srgbClr val="FFC000"/>
                </a:solidFill>
              </a:rPr>
              <a:t> 50 </a:t>
            </a:r>
            <a:r>
              <a:rPr lang="en-GB" sz="1600" dirty="0" err="1">
                <a:solidFill>
                  <a:srgbClr val="FFC000"/>
                </a:solidFill>
              </a:rPr>
              <a:t>nghìn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tôi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sẽ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mua</a:t>
            </a:r>
            <a:r>
              <a:rPr lang="en-GB" sz="1600" dirty="0">
                <a:solidFill>
                  <a:srgbClr val="FFC000"/>
                </a:solidFill>
              </a:rPr>
              <a:t> ô </a:t>
            </a:r>
            <a:r>
              <a:rPr lang="en-GB" sz="1600" dirty="0" err="1">
                <a:solidFill>
                  <a:srgbClr val="FFC000"/>
                </a:solidFill>
              </a:rPr>
              <a:t>tô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mô</a:t>
            </a:r>
            <a:r>
              <a:rPr lang="en-GB" sz="1600" dirty="0">
                <a:solidFill>
                  <a:srgbClr val="FFC000"/>
                </a:solidFill>
              </a:rPr>
              <a:t> </a:t>
            </a:r>
            <a:r>
              <a:rPr lang="en-GB" sz="1600" dirty="0" err="1">
                <a:solidFill>
                  <a:srgbClr val="FFC000"/>
                </a:solidFill>
              </a:rPr>
              <a:t>hình</a:t>
            </a:r>
            <a:r>
              <a:rPr lang="en-GB" dirty="0">
                <a:solidFill>
                  <a:srgbClr val="FF0000"/>
                </a:solidFill>
              </a:rPr>
              <a:t>. </a:t>
            </a:r>
            <a:r>
              <a:rPr lang="en-GB" dirty="0" err="1">
                <a:solidFill>
                  <a:srgbClr val="00B050"/>
                </a:solidFill>
              </a:rPr>
              <a:t>Số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tiền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mẹ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cho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tôi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nhỏ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hơn</a:t>
            </a:r>
            <a:r>
              <a:rPr lang="en-GB" dirty="0">
                <a:solidFill>
                  <a:srgbClr val="00B050"/>
                </a:solidFill>
              </a:rPr>
              <a:t> 50 </a:t>
            </a:r>
            <a:r>
              <a:rPr lang="en-GB" dirty="0" err="1">
                <a:solidFill>
                  <a:srgbClr val="00B050"/>
                </a:solidFill>
              </a:rPr>
              <a:t>nghìn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tôi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sẽ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mua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kẹo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>
                <a:solidFill>
                  <a:srgbClr val="FFFF00"/>
                </a:solidFill>
              </a:rPr>
              <a:t>. </a:t>
            </a:r>
            <a:r>
              <a:rPr lang="en-GB" dirty="0" err="1">
                <a:solidFill>
                  <a:srgbClr val="FFFF00"/>
                </a:solidFill>
              </a:rPr>
              <a:t>Nếu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mẹ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không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cho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thì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tôi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sẽ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đi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ngủ</a:t>
            </a:r>
            <a:r>
              <a:rPr lang="en-GB" dirty="0">
                <a:solidFill>
                  <a:srgbClr val="FFFF00"/>
                </a:solidFill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D27531-DA18-4D40-BD8E-61689A74242B}"/>
              </a:ext>
            </a:extLst>
          </p:cNvPr>
          <p:cNvSpPr/>
          <p:nvPr/>
        </p:nvSpPr>
        <p:spPr>
          <a:xfrm>
            <a:off x="6036624" y="2027505"/>
            <a:ext cx="4663044" cy="2066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FF0000"/>
                </a:solidFill>
              </a:rPr>
              <a:t>if(</a:t>
            </a:r>
            <a:r>
              <a:rPr lang="en-GB" dirty="0" err="1">
                <a:solidFill>
                  <a:srgbClr val="FF0000"/>
                </a:solidFill>
              </a:rPr>
              <a:t>mẹ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cho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tiền</a:t>
            </a:r>
            <a:r>
              <a:rPr lang="en-GB" dirty="0">
                <a:solidFill>
                  <a:srgbClr val="FF0000"/>
                </a:solidFill>
              </a:rPr>
              <a:t>):</a:t>
            </a:r>
          </a:p>
          <a:p>
            <a:r>
              <a:rPr lang="en-GB" dirty="0">
                <a:solidFill>
                  <a:srgbClr val="FF0000"/>
                </a:solidFill>
              </a:rPr>
              <a:t>	</a:t>
            </a:r>
            <a:r>
              <a:rPr lang="en-GB" dirty="0">
                <a:solidFill>
                  <a:srgbClr val="FFC000"/>
                </a:solidFill>
              </a:rPr>
              <a:t>if(</a:t>
            </a:r>
            <a:r>
              <a:rPr lang="en-GB" dirty="0" err="1">
                <a:solidFill>
                  <a:srgbClr val="FFC000"/>
                </a:solidFill>
              </a:rPr>
              <a:t>Số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 err="1">
                <a:solidFill>
                  <a:srgbClr val="FFC000"/>
                </a:solidFill>
              </a:rPr>
              <a:t>tiền</a:t>
            </a:r>
            <a:r>
              <a:rPr lang="en-GB" dirty="0">
                <a:solidFill>
                  <a:srgbClr val="FFC000"/>
                </a:solidFill>
              </a:rPr>
              <a:t> &gt;= 50k):</a:t>
            </a:r>
          </a:p>
          <a:p>
            <a:r>
              <a:rPr lang="en-GB" dirty="0">
                <a:solidFill>
                  <a:srgbClr val="FFC000"/>
                </a:solidFill>
              </a:rPr>
              <a:t>		</a:t>
            </a:r>
            <a:r>
              <a:rPr lang="en-GB" dirty="0" err="1">
                <a:solidFill>
                  <a:srgbClr val="FFC000"/>
                </a:solidFill>
              </a:rPr>
              <a:t>Tôi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 err="1">
                <a:solidFill>
                  <a:srgbClr val="FFC000"/>
                </a:solidFill>
              </a:rPr>
              <a:t>mua</a:t>
            </a:r>
            <a:r>
              <a:rPr lang="en-GB" dirty="0">
                <a:solidFill>
                  <a:srgbClr val="FFC000"/>
                </a:solidFill>
              </a:rPr>
              <a:t> ô </a:t>
            </a:r>
            <a:r>
              <a:rPr lang="en-GB" dirty="0" err="1">
                <a:solidFill>
                  <a:srgbClr val="FFC000"/>
                </a:solidFill>
              </a:rPr>
              <a:t>tô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 err="1">
                <a:solidFill>
                  <a:srgbClr val="FFC000"/>
                </a:solidFill>
              </a:rPr>
              <a:t>mô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 err="1">
                <a:solidFill>
                  <a:srgbClr val="FFC000"/>
                </a:solidFill>
              </a:rPr>
              <a:t>hình</a:t>
            </a:r>
            <a:endParaRPr lang="en-GB" dirty="0">
              <a:solidFill>
                <a:srgbClr val="FFC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	</a:t>
            </a:r>
            <a:r>
              <a:rPr lang="en-GB" dirty="0">
                <a:solidFill>
                  <a:srgbClr val="00B050"/>
                </a:solidFill>
              </a:rPr>
              <a:t>else:</a:t>
            </a:r>
          </a:p>
          <a:p>
            <a:r>
              <a:rPr lang="en-GB" dirty="0">
                <a:solidFill>
                  <a:srgbClr val="00B050"/>
                </a:solidFill>
              </a:rPr>
              <a:t>		</a:t>
            </a:r>
            <a:r>
              <a:rPr lang="en-GB" dirty="0" err="1">
                <a:solidFill>
                  <a:srgbClr val="00B050"/>
                </a:solidFill>
              </a:rPr>
              <a:t>Tôi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mua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kẹo</a:t>
            </a:r>
            <a:endParaRPr lang="en-GB" dirty="0">
              <a:solidFill>
                <a:srgbClr val="00B05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else:</a:t>
            </a:r>
          </a:p>
          <a:p>
            <a:r>
              <a:rPr lang="en-GB" dirty="0">
                <a:solidFill>
                  <a:srgbClr val="FFFF00"/>
                </a:solidFill>
              </a:rPr>
              <a:t>	</a:t>
            </a:r>
            <a:r>
              <a:rPr lang="en-GB" dirty="0" err="1">
                <a:solidFill>
                  <a:srgbClr val="FFFF00"/>
                </a:solidFill>
              </a:rPr>
              <a:t>Tôi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sẽ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đi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ngủ</a:t>
            </a:r>
            <a:endParaRPr lang="en-GB" dirty="0">
              <a:solidFill>
                <a:srgbClr val="FFFF00"/>
              </a:solidFill>
            </a:endParaRPr>
          </a:p>
          <a:p>
            <a:pPr algn="ctr"/>
            <a:endParaRPr lang="en-GB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18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B904-3B74-4661-9EA6-BA3E66C9D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rẽ</a:t>
            </a:r>
            <a:r>
              <a:rPr lang="en-GB" dirty="0"/>
              <a:t> </a:t>
            </a:r>
            <a:r>
              <a:rPr lang="en-GB" dirty="0" err="1"/>
              <a:t>nhánh</a:t>
            </a: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31B3A1-78D6-4354-B564-09286DAD8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6218" y="1690688"/>
            <a:ext cx="5019632" cy="4351338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D27531-DA18-4D40-BD8E-61689A74242B}"/>
              </a:ext>
            </a:extLst>
          </p:cNvPr>
          <p:cNvSpPr/>
          <p:nvPr/>
        </p:nvSpPr>
        <p:spPr>
          <a:xfrm>
            <a:off x="983673" y="1934987"/>
            <a:ext cx="4146739" cy="2066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FF0000"/>
                </a:solidFill>
              </a:rPr>
              <a:t>if(</a:t>
            </a:r>
            <a:r>
              <a:rPr lang="en-GB" dirty="0" err="1">
                <a:solidFill>
                  <a:srgbClr val="FF0000"/>
                </a:solidFill>
              </a:rPr>
              <a:t>mẹ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cho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tiền</a:t>
            </a:r>
            <a:r>
              <a:rPr lang="en-GB" dirty="0">
                <a:solidFill>
                  <a:srgbClr val="FF0000"/>
                </a:solidFill>
              </a:rPr>
              <a:t>):</a:t>
            </a:r>
          </a:p>
          <a:p>
            <a:r>
              <a:rPr lang="en-GB" dirty="0">
                <a:solidFill>
                  <a:srgbClr val="FF0000"/>
                </a:solidFill>
              </a:rPr>
              <a:t>	</a:t>
            </a:r>
            <a:r>
              <a:rPr lang="en-GB" dirty="0">
                <a:solidFill>
                  <a:srgbClr val="FFC000"/>
                </a:solidFill>
              </a:rPr>
              <a:t>if(</a:t>
            </a:r>
            <a:r>
              <a:rPr lang="en-GB" dirty="0" err="1">
                <a:solidFill>
                  <a:srgbClr val="FFC000"/>
                </a:solidFill>
              </a:rPr>
              <a:t>Số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 err="1">
                <a:solidFill>
                  <a:srgbClr val="FFC000"/>
                </a:solidFill>
              </a:rPr>
              <a:t>tiền</a:t>
            </a:r>
            <a:r>
              <a:rPr lang="en-GB" dirty="0">
                <a:solidFill>
                  <a:srgbClr val="FFC000"/>
                </a:solidFill>
              </a:rPr>
              <a:t> &gt;= 50k):</a:t>
            </a:r>
          </a:p>
          <a:p>
            <a:r>
              <a:rPr lang="en-GB" dirty="0">
                <a:solidFill>
                  <a:srgbClr val="FFC000"/>
                </a:solidFill>
              </a:rPr>
              <a:t>		</a:t>
            </a:r>
            <a:r>
              <a:rPr lang="en-GB" dirty="0" err="1">
                <a:solidFill>
                  <a:srgbClr val="FFC000"/>
                </a:solidFill>
              </a:rPr>
              <a:t>Tôi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 err="1">
                <a:solidFill>
                  <a:srgbClr val="FFC000"/>
                </a:solidFill>
              </a:rPr>
              <a:t>mua</a:t>
            </a:r>
            <a:r>
              <a:rPr lang="en-GB" dirty="0">
                <a:solidFill>
                  <a:srgbClr val="FFC000"/>
                </a:solidFill>
              </a:rPr>
              <a:t> ô </a:t>
            </a:r>
            <a:r>
              <a:rPr lang="en-GB" dirty="0" err="1">
                <a:solidFill>
                  <a:srgbClr val="FFC000"/>
                </a:solidFill>
              </a:rPr>
              <a:t>tô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 err="1">
                <a:solidFill>
                  <a:srgbClr val="FFC000"/>
                </a:solidFill>
              </a:rPr>
              <a:t>mô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 err="1">
                <a:solidFill>
                  <a:srgbClr val="FFC000"/>
                </a:solidFill>
              </a:rPr>
              <a:t>hình</a:t>
            </a:r>
            <a:endParaRPr lang="en-GB" dirty="0">
              <a:solidFill>
                <a:srgbClr val="FFC000"/>
              </a:solidFill>
            </a:endParaRPr>
          </a:p>
          <a:p>
            <a:r>
              <a:rPr lang="en-GB" dirty="0">
                <a:solidFill>
                  <a:srgbClr val="FF0000"/>
                </a:solidFill>
              </a:rPr>
              <a:t>	</a:t>
            </a:r>
            <a:r>
              <a:rPr lang="en-GB" dirty="0">
                <a:solidFill>
                  <a:srgbClr val="00B050"/>
                </a:solidFill>
              </a:rPr>
              <a:t>else:</a:t>
            </a:r>
          </a:p>
          <a:p>
            <a:r>
              <a:rPr lang="en-GB" dirty="0">
                <a:solidFill>
                  <a:srgbClr val="00B050"/>
                </a:solidFill>
              </a:rPr>
              <a:t>		</a:t>
            </a:r>
            <a:r>
              <a:rPr lang="en-GB" dirty="0" err="1">
                <a:solidFill>
                  <a:srgbClr val="00B050"/>
                </a:solidFill>
              </a:rPr>
              <a:t>Tôi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mua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 err="1">
                <a:solidFill>
                  <a:srgbClr val="00B050"/>
                </a:solidFill>
              </a:rPr>
              <a:t>kẹo</a:t>
            </a:r>
            <a:endParaRPr lang="en-GB" dirty="0">
              <a:solidFill>
                <a:srgbClr val="00B05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else:</a:t>
            </a:r>
          </a:p>
          <a:p>
            <a:r>
              <a:rPr lang="en-GB" dirty="0">
                <a:solidFill>
                  <a:srgbClr val="FFFF00"/>
                </a:solidFill>
              </a:rPr>
              <a:t>	</a:t>
            </a:r>
            <a:r>
              <a:rPr lang="en-GB" dirty="0" err="1">
                <a:solidFill>
                  <a:srgbClr val="FFFF00"/>
                </a:solidFill>
              </a:rPr>
              <a:t>Tôi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sẽ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đi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ngủ</a:t>
            </a:r>
            <a:endParaRPr lang="en-GB" dirty="0">
              <a:solidFill>
                <a:srgbClr val="FFFF00"/>
              </a:solidFill>
            </a:endParaRPr>
          </a:p>
          <a:p>
            <a:pPr algn="ctr"/>
            <a:endParaRPr lang="en-GB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305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D2FC2-11C4-4589-801A-22AC1630C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rẽ</a:t>
            </a:r>
            <a:r>
              <a:rPr lang="en-GB" dirty="0"/>
              <a:t> </a:t>
            </a:r>
            <a:r>
              <a:rPr lang="en-GB" dirty="0" err="1"/>
              <a:t>nhánh</a:t>
            </a:r>
            <a:r>
              <a:rPr lang="en-GB" dirty="0"/>
              <a:t> – </a:t>
            </a:r>
            <a:r>
              <a:rPr lang="en-GB" dirty="0" err="1"/>
              <a:t>Cú</a:t>
            </a:r>
            <a:r>
              <a:rPr lang="en-GB" dirty="0"/>
              <a:t> </a:t>
            </a:r>
            <a:r>
              <a:rPr lang="en-GB" dirty="0" err="1"/>
              <a:t>pháp</a:t>
            </a:r>
            <a:r>
              <a:rPr lang="en-GB" dirty="0"/>
              <a:t> </a:t>
            </a:r>
            <a:r>
              <a:rPr lang="en-GB" dirty="0" err="1"/>
              <a:t>câu</a:t>
            </a:r>
            <a:r>
              <a:rPr lang="en-GB" dirty="0"/>
              <a:t> </a:t>
            </a:r>
            <a:r>
              <a:rPr lang="en-GB" dirty="0" err="1"/>
              <a:t>lệnh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6908C-D895-4089-9F15-524D369A5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FDBE8-3E43-4A4C-89D4-E56D41AB0912}"/>
              </a:ext>
            </a:extLst>
          </p:cNvPr>
          <p:cNvSpPr/>
          <p:nvPr/>
        </p:nvSpPr>
        <p:spPr>
          <a:xfrm>
            <a:off x="1124756" y="1892710"/>
            <a:ext cx="3336966" cy="3194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If điều_kiện_1:</a:t>
            </a:r>
          </a:p>
          <a:p>
            <a:r>
              <a:rPr lang="en-GB" dirty="0"/>
              <a:t>	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việc</a:t>
            </a:r>
            <a:r>
              <a:rPr lang="en-GB" dirty="0"/>
              <a:t> 1</a:t>
            </a:r>
          </a:p>
          <a:p>
            <a:r>
              <a:rPr lang="en-GB" dirty="0"/>
              <a:t>Elseif điều_kiện_2:</a:t>
            </a:r>
          </a:p>
          <a:p>
            <a:r>
              <a:rPr lang="en-GB" dirty="0"/>
              <a:t>	 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việc</a:t>
            </a:r>
            <a:r>
              <a:rPr lang="en-GB" dirty="0"/>
              <a:t> 2</a:t>
            </a:r>
          </a:p>
          <a:p>
            <a:r>
              <a:rPr lang="en-GB" dirty="0"/>
              <a:t>Elseif điều_kiện_3:</a:t>
            </a:r>
          </a:p>
          <a:p>
            <a:r>
              <a:rPr lang="en-GB" dirty="0"/>
              <a:t>	 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việc</a:t>
            </a:r>
            <a:r>
              <a:rPr lang="en-GB" dirty="0"/>
              <a:t> 3</a:t>
            </a:r>
          </a:p>
          <a:p>
            <a:r>
              <a:rPr lang="en-GB" dirty="0"/>
              <a:t>Else:</a:t>
            </a:r>
          </a:p>
          <a:p>
            <a:r>
              <a:rPr lang="en-GB" dirty="0"/>
              <a:t>	 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việc</a:t>
            </a:r>
            <a:r>
              <a:rPr lang="en-GB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848949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D2FC2-11C4-4589-801A-22AC1630C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rẽ</a:t>
            </a:r>
            <a:r>
              <a:rPr lang="en-GB" dirty="0"/>
              <a:t> </a:t>
            </a:r>
            <a:r>
              <a:rPr lang="en-GB" dirty="0" err="1"/>
              <a:t>nhánh</a:t>
            </a:r>
            <a:r>
              <a:rPr lang="en-GB" dirty="0"/>
              <a:t> – </a:t>
            </a:r>
            <a:r>
              <a:rPr lang="en-GB" dirty="0" err="1"/>
              <a:t>Chương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hành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6908C-D895-4089-9F15-524D369A5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FDBE8-3E43-4A4C-89D4-E56D41AB0912}"/>
              </a:ext>
            </a:extLst>
          </p:cNvPr>
          <p:cNvSpPr/>
          <p:nvPr/>
        </p:nvSpPr>
        <p:spPr>
          <a:xfrm>
            <a:off x="838200" y="1690688"/>
            <a:ext cx="4780453" cy="3194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/>
              <a:t>a = int(input("Mẹ cho bạn bao nhiêu tiền:"))</a:t>
            </a:r>
          </a:p>
          <a:p>
            <a:r>
              <a:rPr lang="vi-VN" dirty="0"/>
              <a:t>if a &lt;= 0:</a:t>
            </a:r>
          </a:p>
          <a:p>
            <a:r>
              <a:rPr lang="vi-VN" dirty="0"/>
              <a:t>    print("Tôi sẽ đi ngủ")</a:t>
            </a:r>
          </a:p>
          <a:p>
            <a:r>
              <a:rPr lang="vi-VN" dirty="0"/>
              <a:t>elif a &lt; 50000:</a:t>
            </a:r>
          </a:p>
          <a:p>
            <a:r>
              <a:rPr lang="vi-VN" dirty="0"/>
              <a:t>    print("Tôi sẽ mua kẹo")</a:t>
            </a:r>
          </a:p>
          <a:p>
            <a:r>
              <a:rPr lang="vi-VN" dirty="0"/>
              <a:t>else:</a:t>
            </a:r>
          </a:p>
          <a:p>
            <a:r>
              <a:rPr lang="vi-VN" dirty="0"/>
              <a:t>    print("Tôi sẽ mua ô tô mô hình")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43D4FA-891E-466E-9D82-AE80CB31B109}"/>
              </a:ext>
            </a:extLst>
          </p:cNvPr>
          <p:cNvSpPr/>
          <p:nvPr/>
        </p:nvSpPr>
        <p:spPr>
          <a:xfrm>
            <a:off x="6733889" y="1690688"/>
            <a:ext cx="4780453" cy="3194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/>
              <a:t>a = int(input("Nhập vào một số:"))</a:t>
            </a:r>
          </a:p>
          <a:p>
            <a:r>
              <a:rPr lang="vi-VN" dirty="0"/>
              <a:t>if a &gt; 10:</a:t>
            </a:r>
          </a:p>
          <a:p>
            <a:r>
              <a:rPr lang="vi-VN" dirty="0"/>
              <a:t>    print("Bạn nhập vào một số lớn hơn 10")</a:t>
            </a:r>
          </a:p>
          <a:p>
            <a:r>
              <a:rPr lang="vi-VN" dirty="0"/>
              <a:t>elif a ==10:</a:t>
            </a:r>
          </a:p>
          <a:p>
            <a:r>
              <a:rPr lang="vi-VN" dirty="0"/>
              <a:t>    print("Bạn nhập vào số 10")</a:t>
            </a:r>
          </a:p>
          <a:p>
            <a:r>
              <a:rPr lang="vi-VN" dirty="0"/>
              <a:t>else:</a:t>
            </a:r>
          </a:p>
          <a:p>
            <a:r>
              <a:rPr lang="vi-VN" dirty="0"/>
              <a:t>    print("Bạn nhập vào một số nhỏ hơn 10")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166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2DA5A-2AE1-429F-A6BF-AF796B010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thúc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0171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mond 3">
            <a:extLst>
              <a:ext uri="{FF2B5EF4-FFF2-40B4-BE49-F238E27FC236}">
                <a16:creationId xmlns:a16="http://schemas.microsoft.com/office/drawing/2014/main" id="{1948CADC-4BC5-4305-9F9B-C9DC5354C1D0}"/>
              </a:ext>
            </a:extLst>
          </p:cNvPr>
          <p:cNvSpPr/>
          <p:nvPr/>
        </p:nvSpPr>
        <p:spPr>
          <a:xfrm>
            <a:off x="1425039" y="457199"/>
            <a:ext cx="1466602" cy="132556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Mẹ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tiền</a:t>
            </a:r>
            <a:endParaRPr lang="en-GB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0B027B43-4A00-4FEB-A9EA-4A1BFFB2413B}"/>
              </a:ext>
            </a:extLst>
          </p:cNvPr>
          <p:cNvSpPr/>
          <p:nvPr/>
        </p:nvSpPr>
        <p:spPr>
          <a:xfrm>
            <a:off x="1327067" y="2666741"/>
            <a:ext cx="1662546" cy="109773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tiền</a:t>
            </a:r>
            <a:r>
              <a:rPr lang="en-GB" dirty="0"/>
              <a:t> &gt;= 50k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738A4F-499E-4267-B072-CEC758B23058}"/>
              </a:ext>
            </a:extLst>
          </p:cNvPr>
          <p:cNvSpPr/>
          <p:nvPr/>
        </p:nvSpPr>
        <p:spPr>
          <a:xfrm>
            <a:off x="5288478" y="606372"/>
            <a:ext cx="1615044" cy="1027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Tôi</a:t>
            </a:r>
            <a:r>
              <a:rPr lang="en-GB" dirty="0"/>
              <a:t> </a:t>
            </a:r>
            <a:r>
              <a:rPr lang="en-GB" dirty="0" err="1"/>
              <a:t>sẽ</a:t>
            </a:r>
            <a:r>
              <a:rPr lang="en-GB" dirty="0"/>
              <a:t> </a:t>
            </a:r>
            <a:r>
              <a:rPr lang="en-GB" dirty="0" err="1"/>
              <a:t>đi</a:t>
            </a:r>
            <a:r>
              <a:rPr lang="en-GB" dirty="0"/>
              <a:t> </a:t>
            </a:r>
            <a:r>
              <a:rPr lang="en-GB" dirty="0" err="1"/>
              <a:t>ngủ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315071-B3C8-4163-B901-B9F6E1CC4EA8}"/>
              </a:ext>
            </a:extLst>
          </p:cNvPr>
          <p:cNvSpPr/>
          <p:nvPr/>
        </p:nvSpPr>
        <p:spPr>
          <a:xfrm>
            <a:off x="1350818" y="4842163"/>
            <a:ext cx="1615044" cy="1027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Tôi</a:t>
            </a:r>
            <a:r>
              <a:rPr lang="en-GB" dirty="0"/>
              <a:t> </a:t>
            </a:r>
            <a:r>
              <a:rPr lang="en-GB" dirty="0" err="1"/>
              <a:t>sẽ</a:t>
            </a:r>
            <a:r>
              <a:rPr lang="en-GB" dirty="0"/>
              <a:t> </a:t>
            </a:r>
            <a:r>
              <a:rPr lang="en-GB" dirty="0" err="1"/>
              <a:t>mua</a:t>
            </a:r>
            <a:r>
              <a:rPr lang="en-GB" dirty="0"/>
              <a:t> ô </a:t>
            </a:r>
            <a:r>
              <a:rPr lang="en-GB" dirty="0" err="1"/>
              <a:t>tô</a:t>
            </a:r>
            <a:r>
              <a:rPr lang="en-GB" dirty="0"/>
              <a:t> </a:t>
            </a:r>
            <a:r>
              <a:rPr lang="en-GB" dirty="0" err="1"/>
              <a:t>mô</a:t>
            </a:r>
            <a:r>
              <a:rPr lang="en-GB" dirty="0"/>
              <a:t> </a:t>
            </a:r>
            <a:r>
              <a:rPr lang="en-GB" dirty="0" err="1"/>
              <a:t>hình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F85DF-7A96-40CA-B8BC-586C25291CE2}"/>
              </a:ext>
            </a:extLst>
          </p:cNvPr>
          <p:cNvSpPr/>
          <p:nvPr/>
        </p:nvSpPr>
        <p:spPr>
          <a:xfrm>
            <a:off x="5288478" y="2702001"/>
            <a:ext cx="1615044" cy="1027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Tôi</a:t>
            </a:r>
            <a:r>
              <a:rPr lang="en-GB" dirty="0"/>
              <a:t> </a:t>
            </a:r>
            <a:r>
              <a:rPr lang="en-GB" dirty="0" err="1"/>
              <a:t>sẽ</a:t>
            </a:r>
            <a:r>
              <a:rPr lang="en-GB" dirty="0"/>
              <a:t> </a:t>
            </a:r>
            <a:r>
              <a:rPr lang="en-GB" dirty="0" err="1"/>
              <a:t>mua</a:t>
            </a:r>
            <a:r>
              <a:rPr lang="en-GB" dirty="0"/>
              <a:t> </a:t>
            </a:r>
            <a:r>
              <a:rPr lang="en-GB" dirty="0" err="1"/>
              <a:t>kẹo</a:t>
            </a:r>
            <a:endParaRPr lang="en-GB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55B69AD-B1E0-4427-A7AB-CCBFAAA65FCB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2891641" y="1119980"/>
            <a:ext cx="2396837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053A929-2173-4D54-8537-105A1E1CF113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2989613" y="3215609"/>
            <a:ext cx="22988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340A3B-B711-4EB3-BE2D-11FA64285104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2158340" y="3764478"/>
            <a:ext cx="0" cy="1077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9F3357-EEA2-4BE9-B94B-8B30D4E2DE8E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158340" y="1782762"/>
            <a:ext cx="0" cy="883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5F36B64-EDBC-48D6-97B5-1DE534E116B6}"/>
              </a:ext>
            </a:extLst>
          </p:cNvPr>
          <p:cNvSpPr/>
          <p:nvPr/>
        </p:nvSpPr>
        <p:spPr>
          <a:xfrm>
            <a:off x="3237016" y="775595"/>
            <a:ext cx="1145968" cy="344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không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AE5B02-E4C7-48B6-A09B-BC2179790A37}"/>
              </a:ext>
            </a:extLst>
          </p:cNvPr>
          <p:cNvSpPr/>
          <p:nvPr/>
        </p:nvSpPr>
        <p:spPr>
          <a:xfrm>
            <a:off x="3311237" y="2871223"/>
            <a:ext cx="1145968" cy="344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Nhỏ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hơn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4BAC9F-D99D-4953-9DB8-F13C7A7F2060}"/>
              </a:ext>
            </a:extLst>
          </p:cNvPr>
          <p:cNvSpPr/>
          <p:nvPr/>
        </p:nvSpPr>
        <p:spPr>
          <a:xfrm>
            <a:off x="1924422" y="3998196"/>
            <a:ext cx="1145968" cy="344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&gt;= 50k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E1D63-7635-4980-8F99-D226BCCFFADF}"/>
              </a:ext>
            </a:extLst>
          </p:cNvPr>
          <p:cNvSpPr/>
          <p:nvPr/>
        </p:nvSpPr>
        <p:spPr>
          <a:xfrm>
            <a:off x="1745673" y="2025473"/>
            <a:ext cx="1145968" cy="344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có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463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753</Words>
  <Application>Microsoft Office PowerPoint</Application>
  <PresentationFormat>Widescreen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Lệnh rẽ nhánh</vt:lpstr>
      <vt:lpstr>Nội dung chính</vt:lpstr>
      <vt:lpstr>Ôn tập với các phép toán</vt:lpstr>
      <vt:lpstr>Phép so sánh</vt:lpstr>
      <vt:lpstr>Toán tử so sánh trong lập trình</vt:lpstr>
      <vt:lpstr>Cấu trúc rẽ nhánh</vt:lpstr>
      <vt:lpstr>Cấu trúc rẽ nhánh</vt:lpstr>
      <vt:lpstr>Cấu trúc rẽ nhánh</vt:lpstr>
      <vt:lpstr>Cấu trúc rẽ nhánh – Cú pháp câu lệnh</vt:lpstr>
      <vt:lpstr>Cấu trúc rẽ nhánh – Chương trình thực hành</vt:lpstr>
      <vt:lpstr>Kết thúc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Lệnh rẽ nhánh</dc:title>
  <dc:creator>hau nguyen</dc:creator>
  <cp:lastModifiedBy>hau nguyen</cp:lastModifiedBy>
  <cp:revision>23</cp:revision>
  <dcterms:created xsi:type="dcterms:W3CDTF">2024-01-26T16:31:41Z</dcterms:created>
  <dcterms:modified xsi:type="dcterms:W3CDTF">2024-01-26T17:50:15Z</dcterms:modified>
</cp:coreProperties>
</file>